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9" r:id="rId1"/>
  </p:sldMasterIdLst>
  <p:notesMasterIdLst>
    <p:notesMasterId r:id="rId20"/>
  </p:notesMasterIdLst>
  <p:sldIdLst>
    <p:sldId id="256" r:id="rId2"/>
    <p:sldId id="308" r:id="rId3"/>
    <p:sldId id="293" r:id="rId4"/>
    <p:sldId id="309" r:id="rId5"/>
    <p:sldId id="315" r:id="rId6"/>
    <p:sldId id="317" r:id="rId7"/>
    <p:sldId id="310" r:id="rId8"/>
    <p:sldId id="316" r:id="rId9"/>
    <p:sldId id="318" r:id="rId10"/>
    <p:sldId id="311" r:id="rId11"/>
    <p:sldId id="319" r:id="rId12"/>
    <p:sldId id="312" r:id="rId13"/>
    <p:sldId id="321" r:id="rId14"/>
    <p:sldId id="313" r:id="rId15"/>
    <p:sldId id="320" r:id="rId16"/>
    <p:sldId id="314" r:id="rId17"/>
    <p:sldId id="266" r:id="rId18"/>
    <p:sldId id="322" r:id="rId19"/>
  </p:sldIdLst>
  <p:sldSz cx="14720888" cy="8280400"/>
  <p:notesSz cx="9144000" cy="6858000"/>
  <p:defaultTextStyle>
    <a:defPPr>
      <a:defRPr lang="en-US"/>
    </a:defPPr>
    <a:lvl1pPr marL="0" algn="l" defTabSz="1088500" rtl="0" eaLnBrk="1" latinLnBrk="0" hangingPunct="1">
      <a:defRPr sz="2143" kern="1200">
        <a:solidFill>
          <a:schemeClr val="tx1"/>
        </a:solidFill>
        <a:latin typeface="+mn-lt"/>
        <a:ea typeface="+mn-ea"/>
        <a:cs typeface="+mn-cs"/>
      </a:defRPr>
    </a:lvl1pPr>
    <a:lvl2pPr marL="544250" algn="l" defTabSz="1088500" rtl="0" eaLnBrk="1" latinLnBrk="0" hangingPunct="1">
      <a:defRPr sz="2143" kern="1200">
        <a:solidFill>
          <a:schemeClr val="tx1"/>
        </a:solidFill>
        <a:latin typeface="+mn-lt"/>
        <a:ea typeface="+mn-ea"/>
        <a:cs typeface="+mn-cs"/>
      </a:defRPr>
    </a:lvl2pPr>
    <a:lvl3pPr marL="1088500" algn="l" defTabSz="1088500" rtl="0" eaLnBrk="1" latinLnBrk="0" hangingPunct="1">
      <a:defRPr sz="2143" kern="1200">
        <a:solidFill>
          <a:schemeClr val="tx1"/>
        </a:solidFill>
        <a:latin typeface="+mn-lt"/>
        <a:ea typeface="+mn-ea"/>
        <a:cs typeface="+mn-cs"/>
      </a:defRPr>
    </a:lvl3pPr>
    <a:lvl4pPr marL="1632749" algn="l" defTabSz="1088500" rtl="0" eaLnBrk="1" latinLnBrk="0" hangingPunct="1">
      <a:defRPr sz="2143" kern="1200">
        <a:solidFill>
          <a:schemeClr val="tx1"/>
        </a:solidFill>
        <a:latin typeface="+mn-lt"/>
        <a:ea typeface="+mn-ea"/>
        <a:cs typeface="+mn-cs"/>
      </a:defRPr>
    </a:lvl4pPr>
    <a:lvl5pPr marL="2176998" algn="l" defTabSz="1088500" rtl="0" eaLnBrk="1" latinLnBrk="0" hangingPunct="1">
      <a:defRPr sz="2143" kern="1200">
        <a:solidFill>
          <a:schemeClr val="tx1"/>
        </a:solidFill>
        <a:latin typeface="+mn-lt"/>
        <a:ea typeface="+mn-ea"/>
        <a:cs typeface="+mn-cs"/>
      </a:defRPr>
    </a:lvl5pPr>
    <a:lvl6pPr marL="2721248" algn="l" defTabSz="1088500" rtl="0" eaLnBrk="1" latinLnBrk="0" hangingPunct="1">
      <a:defRPr sz="2143" kern="1200">
        <a:solidFill>
          <a:schemeClr val="tx1"/>
        </a:solidFill>
        <a:latin typeface="+mn-lt"/>
        <a:ea typeface="+mn-ea"/>
        <a:cs typeface="+mn-cs"/>
      </a:defRPr>
    </a:lvl6pPr>
    <a:lvl7pPr marL="3265497" algn="l" defTabSz="1088500" rtl="0" eaLnBrk="1" latinLnBrk="0" hangingPunct="1">
      <a:defRPr sz="2143" kern="1200">
        <a:solidFill>
          <a:schemeClr val="tx1"/>
        </a:solidFill>
        <a:latin typeface="+mn-lt"/>
        <a:ea typeface="+mn-ea"/>
        <a:cs typeface="+mn-cs"/>
      </a:defRPr>
    </a:lvl7pPr>
    <a:lvl8pPr marL="3809746" algn="l" defTabSz="1088500" rtl="0" eaLnBrk="1" latinLnBrk="0" hangingPunct="1">
      <a:defRPr sz="2143" kern="1200">
        <a:solidFill>
          <a:schemeClr val="tx1"/>
        </a:solidFill>
        <a:latin typeface="+mn-lt"/>
        <a:ea typeface="+mn-ea"/>
        <a:cs typeface="+mn-cs"/>
      </a:defRPr>
    </a:lvl8pPr>
    <a:lvl9pPr marL="4353997" algn="l" defTabSz="1088500" rtl="0" eaLnBrk="1" latinLnBrk="0" hangingPunct="1">
      <a:defRPr sz="214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08" userDrawn="1">
          <p15:clr>
            <a:srgbClr val="A4A3A4"/>
          </p15:clr>
        </p15:guide>
        <p15:guide id="2" pos="46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BFB"/>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4" autoAdjust="0"/>
    <p:restoredTop sz="94660"/>
  </p:normalViewPr>
  <p:slideViewPr>
    <p:cSldViewPr snapToGrid="0">
      <p:cViewPr varScale="1">
        <p:scale>
          <a:sx n="54" d="100"/>
          <a:sy n="54" d="100"/>
        </p:scale>
        <p:origin x="1056" y="66"/>
      </p:cViewPr>
      <p:guideLst>
        <p:guide orient="horz" pos="2608"/>
        <p:guide pos="4637"/>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raham Battu" userId="9c9d0abed71cf0e3" providerId="LiveId" clId="{2A53B365-DC6A-4134-AF3C-90DF3788AC06}"/>
    <pc:docChg chg="undo custSel addSld delSld modSld addSection delSection modSection">
      <pc:chgData name="Abraham Battu" userId="9c9d0abed71cf0e3" providerId="LiveId" clId="{2A53B365-DC6A-4134-AF3C-90DF3788AC06}" dt="2024-12-28T08:48:10.292" v="1472"/>
      <pc:docMkLst>
        <pc:docMk/>
      </pc:docMkLst>
      <pc:sldChg chg="modSp mod">
        <pc:chgData name="Abraham Battu" userId="9c9d0abed71cf0e3" providerId="LiveId" clId="{2A53B365-DC6A-4134-AF3C-90DF3788AC06}" dt="2024-12-27T18:10:08.608" v="564" actId="20577"/>
        <pc:sldMkLst>
          <pc:docMk/>
          <pc:sldMk cId="4036540809" sldId="256"/>
        </pc:sldMkLst>
        <pc:spChg chg="mod">
          <ac:chgData name="Abraham Battu" userId="9c9d0abed71cf0e3" providerId="LiveId" clId="{2A53B365-DC6A-4134-AF3C-90DF3788AC06}" dt="2024-12-27T18:10:08.608" v="564" actId="20577"/>
          <ac:spMkLst>
            <pc:docMk/>
            <pc:sldMk cId="4036540809" sldId="256"/>
            <ac:spMk id="6" creationId="{4E2CA119-FED0-409C-AFA3-E0B2FCB958BD}"/>
          </ac:spMkLst>
        </pc:spChg>
      </pc:sldChg>
      <pc:sldChg chg="addSp delSp del">
        <pc:chgData name="Abraham Battu" userId="9c9d0abed71cf0e3" providerId="LiveId" clId="{2A53B365-DC6A-4134-AF3C-90DF3788AC06}" dt="2024-12-27T17:20:59.003" v="64" actId="47"/>
        <pc:sldMkLst>
          <pc:docMk/>
          <pc:sldMk cId="191256458" sldId="264"/>
        </pc:sldMkLst>
        <pc:picChg chg="add del">
          <ac:chgData name="Abraham Battu" userId="9c9d0abed71cf0e3" providerId="LiveId" clId="{2A53B365-DC6A-4134-AF3C-90DF3788AC06}" dt="2024-12-27T17:14:26.658" v="9" actId="478"/>
          <ac:picMkLst>
            <pc:docMk/>
            <pc:sldMk cId="191256458" sldId="264"/>
            <ac:picMk id="1026" creationId="{20F6ACAF-E651-4D69-84A8-AB172BE05D9A}"/>
          </ac:picMkLst>
        </pc:picChg>
      </pc:sldChg>
      <pc:sldChg chg="addSp delSp modSp mod">
        <pc:chgData name="Abraham Battu" userId="9c9d0abed71cf0e3" providerId="LiveId" clId="{2A53B365-DC6A-4134-AF3C-90DF3788AC06}" dt="2024-12-27T17:16:24.393" v="22" actId="12"/>
        <pc:sldMkLst>
          <pc:docMk/>
          <pc:sldMk cId="2513088671" sldId="293"/>
        </pc:sldMkLst>
        <pc:spChg chg="add del mod">
          <ac:chgData name="Abraham Battu" userId="9c9d0abed71cf0e3" providerId="LiveId" clId="{2A53B365-DC6A-4134-AF3C-90DF3788AC06}" dt="2024-12-27T17:16:24.393" v="22" actId="12"/>
          <ac:spMkLst>
            <pc:docMk/>
            <pc:sldMk cId="2513088671" sldId="293"/>
            <ac:spMk id="2" creationId="{00000000-0000-0000-0000-000000000000}"/>
          </ac:spMkLst>
        </pc:spChg>
        <pc:spChg chg="add del">
          <ac:chgData name="Abraham Battu" userId="9c9d0abed71cf0e3" providerId="LiveId" clId="{2A53B365-DC6A-4134-AF3C-90DF3788AC06}" dt="2024-12-27T17:15:15.513" v="13" actId="22"/>
          <ac:spMkLst>
            <pc:docMk/>
            <pc:sldMk cId="2513088671" sldId="293"/>
            <ac:spMk id="4" creationId="{23EB3843-8D91-C3D2-2871-126668DBBF63}"/>
          </ac:spMkLst>
        </pc:spChg>
        <pc:spChg chg="mod">
          <ac:chgData name="Abraham Battu" userId="9c9d0abed71cf0e3" providerId="LiveId" clId="{2A53B365-DC6A-4134-AF3C-90DF3788AC06}" dt="2024-12-27T17:14:41.324" v="10"/>
          <ac:spMkLst>
            <pc:docMk/>
            <pc:sldMk cId="2513088671" sldId="293"/>
            <ac:spMk id="59" creationId="{00000000-0000-0000-0000-000000000000}"/>
          </ac:spMkLst>
        </pc:spChg>
      </pc:sldChg>
      <pc:sldChg chg="addSp delSp">
        <pc:chgData name="Abraham Battu" userId="9c9d0abed71cf0e3" providerId="LiveId" clId="{2A53B365-DC6A-4134-AF3C-90DF3788AC06}" dt="2024-12-27T17:21:03.741" v="65" actId="478"/>
        <pc:sldMkLst>
          <pc:docMk/>
          <pc:sldMk cId="2060165593" sldId="294"/>
        </pc:sldMkLst>
        <pc:picChg chg="add del">
          <ac:chgData name="Abraham Battu" userId="9c9d0abed71cf0e3" providerId="LiveId" clId="{2A53B365-DC6A-4134-AF3C-90DF3788AC06}" dt="2024-12-27T17:21:03.741" v="65" actId="478"/>
          <ac:picMkLst>
            <pc:docMk/>
            <pc:sldMk cId="2060165593" sldId="294"/>
            <ac:picMk id="1026" creationId="{5749FDEC-EC92-49B2-B5C5-80579C0DA9D3}"/>
          </ac:picMkLst>
        </pc:picChg>
      </pc:sldChg>
      <pc:sldChg chg="addSp delSp modSp mod modNotesTx">
        <pc:chgData name="Abraham Battu" userId="9c9d0abed71cf0e3" providerId="LiveId" clId="{2A53B365-DC6A-4134-AF3C-90DF3788AC06}" dt="2024-12-28T07:13:59.176" v="1077"/>
        <pc:sldMkLst>
          <pc:docMk/>
          <pc:sldMk cId="209220931" sldId="295"/>
        </pc:sldMkLst>
        <pc:spChg chg="add mod">
          <ac:chgData name="Abraham Battu" userId="9c9d0abed71cf0e3" providerId="LiveId" clId="{2A53B365-DC6A-4134-AF3C-90DF3788AC06}" dt="2024-12-28T06:35:46.785" v="1024" actId="12"/>
          <ac:spMkLst>
            <pc:docMk/>
            <pc:sldMk cId="209220931" sldId="295"/>
            <ac:spMk id="2" creationId="{DD52D306-34E8-1CFD-D39F-44332924EB9C}"/>
          </ac:spMkLst>
        </pc:spChg>
        <pc:spChg chg="add del">
          <ac:chgData name="Abraham Battu" userId="9c9d0abed71cf0e3" providerId="LiveId" clId="{2A53B365-DC6A-4134-AF3C-90DF3788AC06}" dt="2024-12-28T06:35:57.968" v="1026" actId="22"/>
          <ac:spMkLst>
            <pc:docMk/>
            <pc:sldMk cId="209220931" sldId="295"/>
            <ac:spMk id="4" creationId="{76CB84B0-D141-AD30-54E4-889C8D775EA2}"/>
          </ac:spMkLst>
        </pc:spChg>
        <pc:spChg chg="mod">
          <ac:chgData name="Abraham Battu" userId="9c9d0abed71cf0e3" providerId="LiveId" clId="{2A53B365-DC6A-4134-AF3C-90DF3788AC06}" dt="2024-12-28T06:30:54.754" v="922" actId="20577"/>
          <ac:spMkLst>
            <pc:docMk/>
            <pc:sldMk cId="209220931" sldId="295"/>
            <ac:spMk id="59" creationId="{00000000-0000-0000-0000-000000000000}"/>
          </ac:spMkLst>
        </pc:spChg>
      </pc:sldChg>
      <pc:sldChg chg="addSp delSp modSp add mod modNotesTx">
        <pc:chgData name="Abraham Battu" userId="9c9d0abed71cf0e3" providerId="LiveId" clId="{2A53B365-DC6A-4134-AF3C-90DF3788AC06}" dt="2024-12-28T08:48:10.292" v="1472"/>
        <pc:sldMkLst>
          <pc:docMk/>
          <pc:sldMk cId="2450686370" sldId="296"/>
        </pc:sldMkLst>
        <pc:spChg chg="del">
          <ac:chgData name="Abraham Battu" userId="9c9d0abed71cf0e3" providerId="LiveId" clId="{2A53B365-DC6A-4134-AF3C-90DF3788AC06}" dt="2024-12-27T17:18:23.034" v="26" actId="478"/>
          <ac:spMkLst>
            <pc:docMk/>
            <pc:sldMk cId="2450686370" sldId="296"/>
            <ac:spMk id="2" creationId="{1ECC642E-F19A-CCE9-0D69-EA3E6963B3A6}"/>
          </ac:spMkLst>
        </pc:spChg>
        <pc:spChg chg="add del mod">
          <ac:chgData name="Abraham Battu" userId="9c9d0abed71cf0e3" providerId="LiveId" clId="{2A53B365-DC6A-4134-AF3C-90DF3788AC06}" dt="2024-12-27T17:25:15.827" v="120" actId="478"/>
          <ac:spMkLst>
            <pc:docMk/>
            <pc:sldMk cId="2450686370" sldId="296"/>
            <ac:spMk id="3" creationId="{F1CFD6F2-AD4B-B148-77C5-C95EE0BC27B5}"/>
          </ac:spMkLst>
        </pc:spChg>
        <pc:spChg chg="add del mod">
          <ac:chgData name="Abraham Battu" userId="9c9d0abed71cf0e3" providerId="LiveId" clId="{2A53B365-DC6A-4134-AF3C-90DF3788AC06}" dt="2024-12-27T17:25:14.557" v="119" actId="478"/>
          <ac:spMkLst>
            <pc:docMk/>
            <pc:sldMk cId="2450686370" sldId="296"/>
            <ac:spMk id="4" creationId="{163223F9-2CF8-8BC3-3840-B40D66A86258}"/>
          </ac:spMkLst>
        </pc:spChg>
        <pc:spChg chg="add del mod">
          <ac:chgData name="Abraham Battu" userId="9c9d0abed71cf0e3" providerId="LiveId" clId="{2A53B365-DC6A-4134-AF3C-90DF3788AC06}" dt="2024-12-27T17:23:25.979" v="111" actId="478"/>
          <ac:spMkLst>
            <pc:docMk/>
            <pc:sldMk cId="2450686370" sldId="296"/>
            <ac:spMk id="5" creationId="{24262669-D2F2-5365-5D97-CF1D92F65A93}"/>
          </ac:spMkLst>
        </pc:spChg>
        <pc:spChg chg="add del mod">
          <ac:chgData name="Abraham Battu" userId="9c9d0abed71cf0e3" providerId="LiveId" clId="{2A53B365-DC6A-4134-AF3C-90DF3788AC06}" dt="2024-12-27T17:20:21.770" v="60"/>
          <ac:spMkLst>
            <pc:docMk/>
            <pc:sldMk cId="2450686370" sldId="296"/>
            <ac:spMk id="6" creationId="{3C9B192F-36C4-94B7-9AED-A27450F23AFE}"/>
          </ac:spMkLst>
        </pc:spChg>
        <pc:spChg chg="add del mod">
          <ac:chgData name="Abraham Battu" userId="9c9d0abed71cf0e3" providerId="LiveId" clId="{2A53B365-DC6A-4134-AF3C-90DF3788AC06}" dt="2024-12-27T17:20:34.298" v="63"/>
          <ac:spMkLst>
            <pc:docMk/>
            <pc:sldMk cId="2450686370" sldId="296"/>
            <ac:spMk id="7" creationId="{EA1D1328-FE6A-B073-8F72-13F6F89392DC}"/>
          </ac:spMkLst>
        </pc:spChg>
        <pc:spChg chg="mod">
          <ac:chgData name="Abraham Battu" userId="9c9d0abed71cf0e3" providerId="LiveId" clId="{2A53B365-DC6A-4134-AF3C-90DF3788AC06}" dt="2024-12-27T18:02:28.643" v="553" actId="313"/>
          <ac:spMkLst>
            <pc:docMk/>
            <pc:sldMk cId="2450686370" sldId="296"/>
            <ac:spMk id="59" creationId="{D2E4AFE3-5253-CEB0-3947-F37CC6DA58E8}"/>
          </ac:spMkLst>
        </pc:spChg>
        <pc:graphicFrameChg chg="add del mod modGraphic">
          <ac:chgData name="Abraham Battu" userId="9c9d0abed71cf0e3" providerId="LiveId" clId="{2A53B365-DC6A-4134-AF3C-90DF3788AC06}" dt="2024-12-27T17:29:00.035" v="163" actId="478"/>
          <ac:graphicFrameMkLst>
            <pc:docMk/>
            <pc:sldMk cId="2450686370" sldId="296"/>
            <ac:graphicFrameMk id="11" creationId="{050CF393-C092-05FC-AD89-B39876CD75F9}"/>
          </ac:graphicFrameMkLst>
        </pc:graphicFrameChg>
        <pc:graphicFrameChg chg="add mod modGraphic">
          <ac:chgData name="Abraham Battu" userId="9c9d0abed71cf0e3" providerId="LiveId" clId="{2A53B365-DC6A-4134-AF3C-90DF3788AC06}" dt="2024-12-27T18:23:16.160" v="916" actId="20577"/>
          <ac:graphicFrameMkLst>
            <pc:docMk/>
            <pc:sldMk cId="2450686370" sldId="296"/>
            <ac:graphicFrameMk id="12" creationId="{1AF23BC9-C2C1-6EE0-7BD5-6841980FFE7A}"/>
          </ac:graphicFrameMkLst>
        </pc:graphicFrameChg>
        <pc:inkChg chg="add del">
          <ac:chgData name="Abraham Battu" userId="9c9d0abed71cf0e3" providerId="LiveId" clId="{2A53B365-DC6A-4134-AF3C-90DF3788AC06}" dt="2024-12-27T17:21:52.264" v="98" actId="9405"/>
          <ac:inkMkLst>
            <pc:docMk/>
            <pc:sldMk cId="2450686370" sldId="296"/>
            <ac:inkMk id="8" creationId="{8EB69D46-7F93-7B21-AC9F-7D1A2EF508DF}"/>
          </ac:inkMkLst>
        </pc:inkChg>
        <pc:inkChg chg="add del">
          <ac:chgData name="Abraham Battu" userId="9c9d0abed71cf0e3" providerId="LiveId" clId="{2A53B365-DC6A-4134-AF3C-90DF3788AC06}" dt="2024-12-27T17:21:51.841" v="97" actId="9405"/>
          <ac:inkMkLst>
            <pc:docMk/>
            <pc:sldMk cId="2450686370" sldId="296"/>
            <ac:inkMk id="9" creationId="{F70B794B-B7DF-5414-DF33-B3404730759B}"/>
          </ac:inkMkLst>
        </pc:inkChg>
        <pc:inkChg chg="add del">
          <ac:chgData name="Abraham Battu" userId="9c9d0abed71cf0e3" providerId="LiveId" clId="{2A53B365-DC6A-4134-AF3C-90DF3788AC06}" dt="2024-12-27T17:22:30.289" v="103" actId="9405"/>
          <ac:inkMkLst>
            <pc:docMk/>
            <pc:sldMk cId="2450686370" sldId="296"/>
            <ac:inkMk id="10" creationId="{E1900D83-1E97-6062-C70D-121D8360C077}"/>
          </ac:inkMkLst>
        </pc:inkChg>
      </pc:sldChg>
      <pc:sldChg chg="modSp new del mod">
        <pc:chgData name="Abraham Battu" userId="9c9d0abed71cf0e3" providerId="LiveId" clId="{2A53B365-DC6A-4134-AF3C-90DF3788AC06}" dt="2024-12-27T17:18:44.042" v="30" actId="680"/>
        <pc:sldMkLst>
          <pc:docMk/>
          <pc:sldMk cId="521798966" sldId="297"/>
        </pc:sldMkLst>
        <pc:spChg chg="mod">
          <ac:chgData name="Abraham Battu" userId="9c9d0abed71cf0e3" providerId="LiveId" clId="{2A53B365-DC6A-4134-AF3C-90DF3788AC06}" dt="2024-12-27T17:18:43.493" v="29" actId="20577"/>
          <ac:spMkLst>
            <pc:docMk/>
            <pc:sldMk cId="521798966" sldId="297"/>
            <ac:spMk id="2" creationId="{513B0962-02A0-19BE-30C1-599C395F0EA1}"/>
          </ac:spMkLst>
        </pc:spChg>
      </pc:sldChg>
      <pc:sldChg chg="modSp add mod">
        <pc:chgData name="Abraham Battu" userId="9c9d0abed71cf0e3" providerId="LiveId" clId="{2A53B365-DC6A-4134-AF3C-90DF3788AC06}" dt="2024-12-28T06:40:51.730" v="1069"/>
        <pc:sldMkLst>
          <pc:docMk/>
          <pc:sldMk cId="524431082" sldId="297"/>
        </pc:sldMkLst>
        <pc:spChg chg="mod">
          <ac:chgData name="Abraham Battu" userId="9c9d0abed71cf0e3" providerId="LiveId" clId="{2A53B365-DC6A-4134-AF3C-90DF3788AC06}" dt="2024-12-28T06:40:51.730" v="1069"/>
          <ac:spMkLst>
            <pc:docMk/>
            <pc:sldMk cId="524431082" sldId="297"/>
            <ac:spMk id="2" creationId="{3F421379-5D9E-5C06-4560-86975F0B0721}"/>
          </ac:spMkLst>
        </pc:spChg>
        <pc:spChg chg="mod">
          <ac:chgData name="Abraham Battu" userId="9c9d0abed71cf0e3" providerId="LiveId" clId="{2A53B365-DC6A-4134-AF3C-90DF3788AC06}" dt="2024-12-28T06:36:31.855" v="1039" actId="2711"/>
          <ac:spMkLst>
            <pc:docMk/>
            <pc:sldMk cId="524431082" sldId="297"/>
            <ac:spMk id="59" creationId="{7AB4F9FF-3EDA-BA9E-E5A4-396D21574BD0}"/>
          </ac:spMkLst>
        </pc:spChg>
      </pc:sldChg>
      <pc:sldChg chg="modSp add mod">
        <pc:chgData name="Abraham Battu" userId="9c9d0abed71cf0e3" providerId="LiveId" clId="{2A53B365-DC6A-4134-AF3C-90DF3788AC06}" dt="2024-12-28T07:41:49.682" v="1117" actId="20577"/>
        <pc:sldMkLst>
          <pc:docMk/>
          <pc:sldMk cId="1497920922" sldId="298"/>
        </pc:sldMkLst>
        <pc:spChg chg="mod">
          <ac:chgData name="Abraham Battu" userId="9c9d0abed71cf0e3" providerId="LiveId" clId="{2A53B365-DC6A-4134-AF3C-90DF3788AC06}" dt="2024-12-28T07:41:49.682" v="1117" actId="20577"/>
          <ac:spMkLst>
            <pc:docMk/>
            <pc:sldMk cId="1497920922" sldId="298"/>
            <ac:spMk id="2" creationId="{D870E82A-A885-18E4-F4E5-17AD41290E05}"/>
          </ac:spMkLst>
        </pc:spChg>
        <pc:spChg chg="mod">
          <ac:chgData name="Abraham Battu" userId="9c9d0abed71cf0e3" providerId="LiveId" clId="{2A53B365-DC6A-4134-AF3C-90DF3788AC06}" dt="2024-12-28T06:37:10.361" v="1044" actId="20577"/>
          <ac:spMkLst>
            <pc:docMk/>
            <pc:sldMk cId="1497920922" sldId="298"/>
            <ac:spMk id="59" creationId="{0AC0EE38-7C17-2B78-DF0B-3231981A88B8}"/>
          </ac:spMkLst>
        </pc:spChg>
      </pc:sldChg>
      <pc:sldChg chg="modSp add mod">
        <pc:chgData name="Abraham Battu" userId="9c9d0abed71cf0e3" providerId="LiveId" clId="{2A53B365-DC6A-4134-AF3C-90DF3788AC06}" dt="2024-12-28T06:42:04.797" v="1071"/>
        <pc:sldMkLst>
          <pc:docMk/>
          <pc:sldMk cId="3717988138" sldId="299"/>
        </pc:sldMkLst>
        <pc:spChg chg="mod">
          <ac:chgData name="Abraham Battu" userId="9c9d0abed71cf0e3" providerId="LiveId" clId="{2A53B365-DC6A-4134-AF3C-90DF3788AC06}" dt="2024-12-28T06:42:04.797" v="1071"/>
          <ac:spMkLst>
            <pc:docMk/>
            <pc:sldMk cId="3717988138" sldId="299"/>
            <ac:spMk id="2" creationId="{090E242F-0146-B3D0-87BF-D1DFCCB89927}"/>
          </ac:spMkLst>
        </pc:spChg>
        <pc:spChg chg="mod">
          <ac:chgData name="Abraham Battu" userId="9c9d0abed71cf0e3" providerId="LiveId" clId="{2A53B365-DC6A-4134-AF3C-90DF3788AC06}" dt="2024-12-28T06:37:38.756" v="1048" actId="20577"/>
          <ac:spMkLst>
            <pc:docMk/>
            <pc:sldMk cId="3717988138" sldId="299"/>
            <ac:spMk id="59" creationId="{99FB561D-03AB-F6F9-ED06-6CCEAAD905A7}"/>
          </ac:spMkLst>
        </pc:spChg>
      </pc:sldChg>
      <pc:sldChg chg="modSp add mod">
        <pc:chgData name="Abraham Battu" userId="9c9d0abed71cf0e3" providerId="LiveId" clId="{2A53B365-DC6A-4134-AF3C-90DF3788AC06}" dt="2024-12-28T06:42:52.684" v="1072"/>
        <pc:sldMkLst>
          <pc:docMk/>
          <pc:sldMk cId="4188848095" sldId="300"/>
        </pc:sldMkLst>
        <pc:spChg chg="mod">
          <ac:chgData name="Abraham Battu" userId="9c9d0abed71cf0e3" providerId="LiveId" clId="{2A53B365-DC6A-4134-AF3C-90DF3788AC06}" dt="2024-12-28T06:42:52.684" v="1072"/>
          <ac:spMkLst>
            <pc:docMk/>
            <pc:sldMk cId="4188848095" sldId="300"/>
            <ac:spMk id="2" creationId="{4D7E271A-57FF-90A0-F9CD-4181850C47E1}"/>
          </ac:spMkLst>
        </pc:spChg>
        <pc:spChg chg="mod">
          <ac:chgData name="Abraham Battu" userId="9c9d0abed71cf0e3" providerId="LiveId" clId="{2A53B365-DC6A-4134-AF3C-90DF3788AC06}" dt="2024-12-28T06:38:01.057" v="1052" actId="20577"/>
          <ac:spMkLst>
            <pc:docMk/>
            <pc:sldMk cId="4188848095" sldId="300"/>
            <ac:spMk id="59" creationId="{B3D78F0C-F163-90B1-C114-97CD01D24500}"/>
          </ac:spMkLst>
        </pc:spChg>
      </pc:sldChg>
      <pc:sldChg chg="modSp add mod">
        <pc:chgData name="Abraham Battu" userId="9c9d0abed71cf0e3" providerId="LiveId" clId="{2A53B365-DC6A-4134-AF3C-90DF3788AC06}" dt="2024-12-28T06:44:19.420" v="1073"/>
        <pc:sldMkLst>
          <pc:docMk/>
          <pc:sldMk cId="1188074360" sldId="301"/>
        </pc:sldMkLst>
        <pc:spChg chg="mod">
          <ac:chgData name="Abraham Battu" userId="9c9d0abed71cf0e3" providerId="LiveId" clId="{2A53B365-DC6A-4134-AF3C-90DF3788AC06}" dt="2024-12-28T06:44:19.420" v="1073"/>
          <ac:spMkLst>
            <pc:docMk/>
            <pc:sldMk cId="1188074360" sldId="301"/>
            <ac:spMk id="2" creationId="{A7CDEC18-7C8B-5926-05A3-D429DE43EFBB}"/>
          </ac:spMkLst>
        </pc:spChg>
        <pc:spChg chg="mod">
          <ac:chgData name="Abraham Battu" userId="9c9d0abed71cf0e3" providerId="LiveId" clId="{2A53B365-DC6A-4134-AF3C-90DF3788AC06}" dt="2024-12-28T06:38:15.299" v="1056" actId="20577"/>
          <ac:spMkLst>
            <pc:docMk/>
            <pc:sldMk cId="1188074360" sldId="301"/>
            <ac:spMk id="59" creationId="{2671D927-937C-829C-816E-7021CCCF95A9}"/>
          </ac:spMkLst>
        </pc:spChg>
      </pc:sldChg>
      <pc:sldChg chg="modSp add mod">
        <pc:chgData name="Abraham Battu" userId="9c9d0abed71cf0e3" providerId="LiveId" clId="{2A53B365-DC6A-4134-AF3C-90DF3788AC06}" dt="2024-12-28T06:44:48.846" v="1074"/>
        <pc:sldMkLst>
          <pc:docMk/>
          <pc:sldMk cId="2143498695" sldId="302"/>
        </pc:sldMkLst>
        <pc:spChg chg="mod">
          <ac:chgData name="Abraham Battu" userId="9c9d0abed71cf0e3" providerId="LiveId" clId="{2A53B365-DC6A-4134-AF3C-90DF3788AC06}" dt="2024-12-28T06:44:48.846" v="1074"/>
          <ac:spMkLst>
            <pc:docMk/>
            <pc:sldMk cId="2143498695" sldId="302"/>
            <ac:spMk id="2" creationId="{D13D8C39-2C6E-2044-DC55-6DE68E6DE51D}"/>
          </ac:spMkLst>
        </pc:spChg>
        <pc:spChg chg="mod">
          <ac:chgData name="Abraham Battu" userId="9c9d0abed71cf0e3" providerId="LiveId" clId="{2A53B365-DC6A-4134-AF3C-90DF3788AC06}" dt="2024-12-28T06:38:29.698" v="1060" actId="20577"/>
          <ac:spMkLst>
            <pc:docMk/>
            <pc:sldMk cId="2143498695" sldId="302"/>
            <ac:spMk id="59" creationId="{DA975C16-6FA6-95C3-223D-8C8D981DBC4E}"/>
          </ac:spMkLst>
        </pc:spChg>
      </pc:sldChg>
      <pc:sldChg chg="modSp add mod">
        <pc:chgData name="Abraham Battu" userId="9c9d0abed71cf0e3" providerId="LiveId" clId="{2A53B365-DC6A-4134-AF3C-90DF3788AC06}" dt="2024-12-28T06:45:07.687" v="1075"/>
        <pc:sldMkLst>
          <pc:docMk/>
          <pc:sldMk cId="1045256428" sldId="303"/>
        </pc:sldMkLst>
        <pc:spChg chg="mod">
          <ac:chgData name="Abraham Battu" userId="9c9d0abed71cf0e3" providerId="LiveId" clId="{2A53B365-DC6A-4134-AF3C-90DF3788AC06}" dt="2024-12-28T06:45:07.687" v="1075"/>
          <ac:spMkLst>
            <pc:docMk/>
            <pc:sldMk cId="1045256428" sldId="303"/>
            <ac:spMk id="2" creationId="{6E867A60-C1BE-2D11-36D0-C8580C5716BD}"/>
          </ac:spMkLst>
        </pc:spChg>
        <pc:spChg chg="mod">
          <ac:chgData name="Abraham Battu" userId="9c9d0abed71cf0e3" providerId="LiveId" clId="{2A53B365-DC6A-4134-AF3C-90DF3788AC06}" dt="2024-12-28T06:38:50.273" v="1064" actId="20577"/>
          <ac:spMkLst>
            <pc:docMk/>
            <pc:sldMk cId="1045256428" sldId="303"/>
            <ac:spMk id="59" creationId="{A700CB13-A1EF-42E5-6CD2-9E925EC7108F}"/>
          </ac:spMkLst>
        </pc:spChg>
      </pc:sldChg>
      <pc:sldChg chg="modSp add mod">
        <pc:chgData name="Abraham Battu" userId="9c9d0abed71cf0e3" providerId="LiveId" clId="{2A53B365-DC6A-4134-AF3C-90DF3788AC06}" dt="2024-12-28T06:45:41.637" v="1076"/>
        <pc:sldMkLst>
          <pc:docMk/>
          <pc:sldMk cId="3879609691" sldId="304"/>
        </pc:sldMkLst>
        <pc:spChg chg="mod">
          <ac:chgData name="Abraham Battu" userId="9c9d0abed71cf0e3" providerId="LiveId" clId="{2A53B365-DC6A-4134-AF3C-90DF3788AC06}" dt="2024-12-28T06:45:41.637" v="1076"/>
          <ac:spMkLst>
            <pc:docMk/>
            <pc:sldMk cId="3879609691" sldId="304"/>
            <ac:spMk id="2" creationId="{2F8E339D-EAB2-6936-DABA-C6B302A24B46}"/>
          </ac:spMkLst>
        </pc:spChg>
        <pc:spChg chg="mod">
          <ac:chgData name="Abraham Battu" userId="9c9d0abed71cf0e3" providerId="LiveId" clId="{2A53B365-DC6A-4134-AF3C-90DF3788AC06}" dt="2024-12-28T06:39:04.956" v="1068" actId="20577"/>
          <ac:spMkLst>
            <pc:docMk/>
            <pc:sldMk cId="3879609691" sldId="304"/>
            <ac:spMk id="59" creationId="{8DBABEA6-B850-3AB5-BFD4-C1A9B658F3B5}"/>
          </ac:spMkLst>
        </pc:spChg>
      </pc:sldChg>
      <pc:sldChg chg="addSp delSp modSp add mod">
        <pc:chgData name="Abraham Battu" userId="9c9d0abed71cf0e3" providerId="LiveId" clId="{2A53B365-DC6A-4134-AF3C-90DF3788AC06}" dt="2024-12-28T07:32:28.265" v="1093" actId="1076"/>
        <pc:sldMkLst>
          <pc:docMk/>
          <pc:sldMk cId="1044187198" sldId="305"/>
        </pc:sldMkLst>
        <pc:spChg chg="del">
          <ac:chgData name="Abraham Battu" userId="9c9d0abed71cf0e3" providerId="LiveId" clId="{2A53B365-DC6A-4134-AF3C-90DF3788AC06}" dt="2024-12-28T07:31:31.540" v="1089" actId="478"/>
          <ac:spMkLst>
            <pc:docMk/>
            <pc:sldMk cId="1044187198" sldId="305"/>
            <ac:spMk id="2" creationId="{5C906337-F282-708D-7C78-26F83713D976}"/>
          </ac:spMkLst>
        </pc:spChg>
        <pc:spChg chg="mod">
          <ac:chgData name="Abraham Battu" userId="9c9d0abed71cf0e3" providerId="LiveId" clId="{2A53B365-DC6A-4134-AF3C-90DF3788AC06}" dt="2024-12-28T07:31:34.860" v="1090" actId="313"/>
          <ac:spMkLst>
            <pc:docMk/>
            <pc:sldMk cId="1044187198" sldId="305"/>
            <ac:spMk id="59" creationId="{058434CF-35A2-C1F0-A059-912B4F744A36}"/>
          </ac:spMkLst>
        </pc:spChg>
        <pc:picChg chg="add mod">
          <ac:chgData name="Abraham Battu" userId="9c9d0abed71cf0e3" providerId="LiveId" clId="{2A53B365-DC6A-4134-AF3C-90DF3788AC06}" dt="2024-12-28T07:32:28.265" v="1093" actId="1076"/>
          <ac:picMkLst>
            <pc:docMk/>
            <pc:sldMk cId="1044187198" sldId="305"/>
            <ac:picMk id="4" creationId="{055AA360-E5C1-F8E6-965F-3956465BBEA3}"/>
          </ac:picMkLst>
        </pc:picChg>
      </pc:sldChg>
      <pc:sldChg chg="add">
        <pc:chgData name="Abraham Battu" userId="9c9d0abed71cf0e3" providerId="LiveId" clId="{2A53B365-DC6A-4134-AF3C-90DF3788AC06}" dt="2024-12-28T07:41:08.885" v="1094"/>
        <pc:sldMkLst>
          <pc:docMk/>
          <pc:sldMk cId="2234603750" sldId="306"/>
        </pc:sldMkLst>
      </pc:sldChg>
      <pc:sldChg chg="modSp add mod">
        <pc:chgData name="Abraham Battu" userId="9c9d0abed71cf0e3" providerId="LiveId" clId="{2A53B365-DC6A-4134-AF3C-90DF3788AC06}" dt="2024-12-28T07:54:39.447" v="1429" actId="20577"/>
        <pc:sldMkLst>
          <pc:docMk/>
          <pc:sldMk cId="4288551" sldId="307"/>
        </pc:sldMkLst>
        <pc:spChg chg="mod">
          <ac:chgData name="Abraham Battu" userId="9c9d0abed71cf0e3" providerId="LiveId" clId="{2A53B365-DC6A-4134-AF3C-90DF3788AC06}" dt="2024-12-28T07:54:39.447" v="1429" actId="20577"/>
          <ac:spMkLst>
            <pc:docMk/>
            <pc:sldMk cId="4288551" sldId="307"/>
            <ac:spMk id="2" creationId="{7F82D41E-D83C-478C-F585-A9D99495E93B}"/>
          </ac:spMkLst>
        </pc:spChg>
        <pc:spChg chg="mod">
          <ac:chgData name="Abraham Battu" userId="9c9d0abed71cf0e3" providerId="LiveId" clId="{2A53B365-DC6A-4134-AF3C-90DF3788AC06}" dt="2024-12-28T07:47:57.154" v="1175" actId="20577"/>
          <ac:spMkLst>
            <pc:docMk/>
            <pc:sldMk cId="4288551" sldId="307"/>
            <ac:spMk id="59" creationId="{6A3BD37B-97B1-4BC4-C673-0D1DE3024696}"/>
          </ac:spMkLst>
        </pc:spChg>
      </pc:sldChg>
      <pc:sldChg chg="modSp add mod">
        <pc:chgData name="Abraham Battu" userId="9c9d0abed71cf0e3" providerId="LiveId" clId="{2A53B365-DC6A-4134-AF3C-90DF3788AC06}" dt="2024-12-28T08:03:22.504" v="1470" actId="14100"/>
        <pc:sldMkLst>
          <pc:docMk/>
          <pc:sldMk cId="3084000272" sldId="308"/>
        </pc:sldMkLst>
        <pc:spChg chg="mod">
          <ac:chgData name="Abraham Battu" userId="9c9d0abed71cf0e3" providerId="LiveId" clId="{2A53B365-DC6A-4134-AF3C-90DF3788AC06}" dt="2024-12-28T08:03:22.504" v="1470" actId="14100"/>
          <ac:spMkLst>
            <pc:docMk/>
            <pc:sldMk cId="3084000272" sldId="308"/>
            <ac:spMk id="2" creationId="{A6773943-B6CA-EDEE-5B83-CBFD36822A11}"/>
          </ac:spMkLst>
        </pc:spChg>
        <pc:spChg chg="mod">
          <ac:chgData name="Abraham Battu" userId="9c9d0abed71cf0e3" providerId="LiveId" clId="{2A53B365-DC6A-4134-AF3C-90DF3788AC06}" dt="2024-12-28T07:57:54.768" v="1433" actId="20577"/>
          <ac:spMkLst>
            <pc:docMk/>
            <pc:sldMk cId="3084000272" sldId="308"/>
            <ac:spMk id="59" creationId="{4678FAEF-2C74-1E7F-8D55-1AF018ACA76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98563D57-E776-44A4-931E-D536F09007DF}" type="datetimeFigureOut">
              <a:rPr lang="en-IN" smtClean="0"/>
              <a:t>30-12-2024</a:t>
            </a:fld>
            <a:endParaRPr lang="en-IN"/>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3E5073D-51E9-45CE-AAE9-DCA194C90325}" type="slidenum">
              <a:rPr lang="en-IN" smtClean="0"/>
              <a:t>‹#›</a:t>
            </a:fld>
            <a:endParaRPr lang="en-IN"/>
          </a:p>
        </p:txBody>
      </p:sp>
    </p:spTree>
    <p:extLst>
      <p:ext uri="{BB962C8B-B14F-4D97-AF65-F5344CB8AC3E}">
        <p14:creationId xmlns:p14="http://schemas.microsoft.com/office/powerpoint/2010/main" val="1182855276"/>
      </p:ext>
    </p:extLst>
  </p:cSld>
  <p:clrMap bg1="lt1" tx1="dk1" bg2="lt2" tx2="dk2" accent1="accent1" accent2="accent2" accent3="accent3" accent4="accent4" accent5="accent5" accent6="accent6" hlink="hlink" folHlink="folHlink"/>
  <p:notesStyle>
    <a:lvl1pPr marL="0" algn="l" defTabSz="1088500" rtl="0" eaLnBrk="1" latinLnBrk="0" hangingPunct="1">
      <a:defRPr sz="1428" kern="1200">
        <a:solidFill>
          <a:schemeClr val="tx1"/>
        </a:solidFill>
        <a:latin typeface="+mn-lt"/>
        <a:ea typeface="+mn-ea"/>
        <a:cs typeface="+mn-cs"/>
      </a:defRPr>
    </a:lvl1pPr>
    <a:lvl2pPr marL="544250" algn="l" defTabSz="1088500" rtl="0" eaLnBrk="1" latinLnBrk="0" hangingPunct="1">
      <a:defRPr sz="1428" kern="1200">
        <a:solidFill>
          <a:schemeClr val="tx1"/>
        </a:solidFill>
        <a:latin typeface="+mn-lt"/>
        <a:ea typeface="+mn-ea"/>
        <a:cs typeface="+mn-cs"/>
      </a:defRPr>
    </a:lvl2pPr>
    <a:lvl3pPr marL="1088500" algn="l" defTabSz="1088500" rtl="0" eaLnBrk="1" latinLnBrk="0" hangingPunct="1">
      <a:defRPr sz="1428" kern="1200">
        <a:solidFill>
          <a:schemeClr val="tx1"/>
        </a:solidFill>
        <a:latin typeface="+mn-lt"/>
        <a:ea typeface="+mn-ea"/>
        <a:cs typeface="+mn-cs"/>
      </a:defRPr>
    </a:lvl3pPr>
    <a:lvl4pPr marL="1632749" algn="l" defTabSz="1088500" rtl="0" eaLnBrk="1" latinLnBrk="0" hangingPunct="1">
      <a:defRPr sz="1428" kern="1200">
        <a:solidFill>
          <a:schemeClr val="tx1"/>
        </a:solidFill>
        <a:latin typeface="+mn-lt"/>
        <a:ea typeface="+mn-ea"/>
        <a:cs typeface="+mn-cs"/>
      </a:defRPr>
    </a:lvl4pPr>
    <a:lvl5pPr marL="2176998" algn="l" defTabSz="1088500" rtl="0" eaLnBrk="1" latinLnBrk="0" hangingPunct="1">
      <a:defRPr sz="1428" kern="1200">
        <a:solidFill>
          <a:schemeClr val="tx1"/>
        </a:solidFill>
        <a:latin typeface="+mn-lt"/>
        <a:ea typeface="+mn-ea"/>
        <a:cs typeface="+mn-cs"/>
      </a:defRPr>
    </a:lvl5pPr>
    <a:lvl6pPr marL="2721248" algn="l" defTabSz="1088500" rtl="0" eaLnBrk="1" latinLnBrk="0" hangingPunct="1">
      <a:defRPr sz="1428" kern="1200">
        <a:solidFill>
          <a:schemeClr val="tx1"/>
        </a:solidFill>
        <a:latin typeface="+mn-lt"/>
        <a:ea typeface="+mn-ea"/>
        <a:cs typeface="+mn-cs"/>
      </a:defRPr>
    </a:lvl6pPr>
    <a:lvl7pPr marL="3265497" algn="l" defTabSz="1088500" rtl="0" eaLnBrk="1" latinLnBrk="0" hangingPunct="1">
      <a:defRPr sz="1428" kern="1200">
        <a:solidFill>
          <a:schemeClr val="tx1"/>
        </a:solidFill>
        <a:latin typeface="+mn-lt"/>
        <a:ea typeface="+mn-ea"/>
        <a:cs typeface="+mn-cs"/>
      </a:defRPr>
    </a:lvl7pPr>
    <a:lvl8pPr marL="3809746" algn="l" defTabSz="1088500" rtl="0" eaLnBrk="1" latinLnBrk="0" hangingPunct="1">
      <a:defRPr sz="1428" kern="1200">
        <a:solidFill>
          <a:schemeClr val="tx1"/>
        </a:solidFill>
        <a:latin typeface="+mn-lt"/>
        <a:ea typeface="+mn-ea"/>
        <a:cs typeface="+mn-cs"/>
      </a:defRPr>
    </a:lvl8pPr>
    <a:lvl9pPr marL="4353997" algn="l" defTabSz="1088500" rtl="0" eaLnBrk="1" latinLnBrk="0" hangingPunct="1">
      <a:defRPr sz="142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3E5073D-51E9-45CE-AAE9-DCA194C90325}" type="slidenum">
              <a:rPr lang="en-IN" smtClean="0"/>
              <a:t>1</a:t>
            </a:fld>
            <a:endParaRPr lang="en-IN"/>
          </a:p>
        </p:txBody>
      </p:sp>
    </p:spTree>
    <p:extLst>
      <p:ext uri="{BB962C8B-B14F-4D97-AF65-F5344CB8AC3E}">
        <p14:creationId xmlns:p14="http://schemas.microsoft.com/office/powerpoint/2010/main" val="325890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3A12-E70E-ABE8-30E2-B5DAFA720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A6FD7-8131-AE9E-E576-DA1FC48A44C0}"/>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3B62C29A-F2CC-4162-CDC5-F691DF8118F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57AB79-35D9-423B-9884-0CD261AB19F1}"/>
              </a:ext>
            </a:extLst>
          </p:cNvPr>
          <p:cNvSpPr>
            <a:spLocks noGrp="1"/>
          </p:cNvSpPr>
          <p:nvPr>
            <p:ph type="sldNum" sz="quarter" idx="10"/>
          </p:nvPr>
        </p:nvSpPr>
        <p:spPr/>
        <p:txBody>
          <a:bodyPr/>
          <a:lstStyle/>
          <a:p>
            <a:fld id="{03E5073D-51E9-45CE-AAE9-DCA194C90325}" type="slidenum">
              <a:rPr lang="en-IN" smtClean="0"/>
              <a:t>2</a:t>
            </a:fld>
            <a:endParaRPr lang="en-IN"/>
          </a:p>
        </p:txBody>
      </p:sp>
    </p:spTree>
    <p:extLst>
      <p:ext uri="{BB962C8B-B14F-4D97-AF65-F5344CB8AC3E}">
        <p14:creationId xmlns:p14="http://schemas.microsoft.com/office/powerpoint/2010/main" val="1168201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3E5073D-51E9-45CE-AAE9-DCA194C90325}" type="slidenum">
              <a:rPr lang="en-IN" smtClean="0"/>
              <a:t>3</a:t>
            </a:fld>
            <a:endParaRPr lang="en-IN"/>
          </a:p>
        </p:txBody>
      </p:sp>
    </p:spTree>
    <p:extLst>
      <p:ext uri="{BB962C8B-B14F-4D97-AF65-F5344CB8AC3E}">
        <p14:creationId xmlns:p14="http://schemas.microsoft.com/office/powerpoint/2010/main" val="4132758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F8796-136B-4A04-25B0-D2D603BB3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91ABA-F335-198D-0AA6-BDA5C4E7CDEE}"/>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AA569AF4-492D-92A4-07F7-66F68C5E1D8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FFAB00-A6CE-1B49-1A0A-2234004F9107}"/>
              </a:ext>
            </a:extLst>
          </p:cNvPr>
          <p:cNvSpPr>
            <a:spLocks noGrp="1"/>
          </p:cNvSpPr>
          <p:nvPr>
            <p:ph type="sldNum" sz="quarter" idx="10"/>
          </p:nvPr>
        </p:nvSpPr>
        <p:spPr/>
        <p:txBody>
          <a:bodyPr/>
          <a:lstStyle/>
          <a:p>
            <a:fld id="{03E5073D-51E9-45CE-AAE9-DCA194C90325}" type="slidenum">
              <a:rPr lang="en-IN" smtClean="0"/>
              <a:t>4</a:t>
            </a:fld>
            <a:endParaRPr lang="en-IN"/>
          </a:p>
        </p:txBody>
      </p:sp>
    </p:spTree>
    <p:extLst>
      <p:ext uri="{BB962C8B-B14F-4D97-AF65-F5344CB8AC3E}">
        <p14:creationId xmlns:p14="http://schemas.microsoft.com/office/powerpoint/2010/main" val="1131686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B8008-681C-EEF4-3B0F-440C7924F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181BC-262D-E7F8-0368-1B013A5B032E}"/>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28BCB127-B78A-0F82-04D9-1FFF32EFAB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D9F7881-9056-B4FA-AE87-9D121C702BAD}"/>
              </a:ext>
            </a:extLst>
          </p:cNvPr>
          <p:cNvSpPr>
            <a:spLocks noGrp="1"/>
          </p:cNvSpPr>
          <p:nvPr>
            <p:ph type="sldNum" sz="quarter" idx="10"/>
          </p:nvPr>
        </p:nvSpPr>
        <p:spPr/>
        <p:txBody>
          <a:bodyPr/>
          <a:lstStyle/>
          <a:p>
            <a:fld id="{03E5073D-51E9-45CE-AAE9-DCA194C90325}" type="slidenum">
              <a:rPr lang="en-IN" smtClean="0"/>
              <a:t>5</a:t>
            </a:fld>
            <a:endParaRPr lang="en-IN"/>
          </a:p>
        </p:txBody>
      </p:sp>
    </p:spTree>
    <p:extLst>
      <p:ext uri="{BB962C8B-B14F-4D97-AF65-F5344CB8AC3E}">
        <p14:creationId xmlns:p14="http://schemas.microsoft.com/office/powerpoint/2010/main" val="3243892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8457A-C7F8-051B-FC27-D92915E54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87459-8C1F-0F26-190F-6319B44DCC47}"/>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E591C5F5-6FD2-A8BD-55B4-0C8A77E359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C63CDE-EAA1-E37C-4D46-0D9294957895}"/>
              </a:ext>
            </a:extLst>
          </p:cNvPr>
          <p:cNvSpPr>
            <a:spLocks noGrp="1"/>
          </p:cNvSpPr>
          <p:nvPr>
            <p:ph type="sldNum" sz="quarter" idx="10"/>
          </p:nvPr>
        </p:nvSpPr>
        <p:spPr/>
        <p:txBody>
          <a:bodyPr/>
          <a:lstStyle/>
          <a:p>
            <a:fld id="{03E5073D-51E9-45CE-AAE9-DCA194C90325}" type="slidenum">
              <a:rPr lang="en-IN" smtClean="0"/>
              <a:t>6</a:t>
            </a:fld>
            <a:endParaRPr lang="en-IN"/>
          </a:p>
        </p:txBody>
      </p:sp>
    </p:spTree>
    <p:extLst>
      <p:ext uri="{BB962C8B-B14F-4D97-AF65-F5344CB8AC3E}">
        <p14:creationId xmlns:p14="http://schemas.microsoft.com/office/powerpoint/2010/main" val="1097914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8A771-6DC3-449E-A312-D78CDB2CB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2C11E-5402-8880-579D-1F65496D1F0F}"/>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6BD94574-0AAA-05A8-9E35-D66E9BF92F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51B0A9-A580-3021-160D-26520C9FF92B}"/>
              </a:ext>
            </a:extLst>
          </p:cNvPr>
          <p:cNvSpPr>
            <a:spLocks noGrp="1"/>
          </p:cNvSpPr>
          <p:nvPr>
            <p:ph type="sldNum" sz="quarter" idx="10"/>
          </p:nvPr>
        </p:nvSpPr>
        <p:spPr/>
        <p:txBody>
          <a:bodyPr/>
          <a:lstStyle/>
          <a:p>
            <a:fld id="{03E5073D-51E9-45CE-AAE9-DCA194C90325}" type="slidenum">
              <a:rPr lang="en-IN" smtClean="0"/>
              <a:t>7</a:t>
            </a:fld>
            <a:endParaRPr lang="en-IN"/>
          </a:p>
        </p:txBody>
      </p:sp>
    </p:spTree>
    <p:extLst>
      <p:ext uri="{BB962C8B-B14F-4D97-AF65-F5344CB8AC3E}">
        <p14:creationId xmlns:p14="http://schemas.microsoft.com/office/powerpoint/2010/main" val="1738693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BB761-B9C8-0319-F5B5-88735DCB6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874AB-B904-5BBE-225C-5845BE81D9A8}"/>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B702DAF6-3594-D0AE-0FFC-7931B02D30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C7F1823-568A-3D9F-4C8C-8E798AF7A67F}"/>
              </a:ext>
            </a:extLst>
          </p:cNvPr>
          <p:cNvSpPr>
            <a:spLocks noGrp="1"/>
          </p:cNvSpPr>
          <p:nvPr>
            <p:ph type="sldNum" sz="quarter" idx="10"/>
          </p:nvPr>
        </p:nvSpPr>
        <p:spPr/>
        <p:txBody>
          <a:bodyPr/>
          <a:lstStyle/>
          <a:p>
            <a:fld id="{03E5073D-51E9-45CE-AAE9-DCA194C90325}" type="slidenum">
              <a:rPr lang="en-IN" smtClean="0"/>
              <a:t>8</a:t>
            </a:fld>
            <a:endParaRPr lang="en-IN"/>
          </a:p>
        </p:txBody>
      </p:sp>
    </p:spTree>
    <p:extLst>
      <p:ext uri="{BB962C8B-B14F-4D97-AF65-F5344CB8AC3E}">
        <p14:creationId xmlns:p14="http://schemas.microsoft.com/office/powerpoint/2010/main" val="147983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9C3C-989F-78E9-D8C7-487A38E19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BC33B-B993-23FB-672C-0135FE4C1CF9}"/>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100D8CD3-2B1D-5E1B-050C-CCB93B35E4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7A4E7E-81B7-B9E2-6262-5407FE7011DB}"/>
              </a:ext>
            </a:extLst>
          </p:cNvPr>
          <p:cNvSpPr>
            <a:spLocks noGrp="1"/>
          </p:cNvSpPr>
          <p:nvPr>
            <p:ph type="sldNum" sz="quarter" idx="10"/>
          </p:nvPr>
        </p:nvSpPr>
        <p:spPr/>
        <p:txBody>
          <a:bodyPr/>
          <a:lstStyle/>
          <a:p>
            <a:fld id="{03E5073D-51E9-45CE-AAE9-DCA194C90325}" type="slidenum">
              <a:rPr lang="en-IN" smtClean="0"/>
              <a:t>9</a:t>
            </a:fld>
            <a:endParaRPr lang="en-IN"/>
          </a:p>
        </p:txBody>
      </p:sp>
    </p:spTree>
    <p:extLst>
      <p:ext uri="{BB962C8B-B14F-4D97-AF65-F5344CB8AC3E}">
        <p14:creationId xmlns:p14="http://schemas.microsoft.com/office/powerpoint/2010/main" val="2316825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D74BE-7FB6-238E-3B85-1513C2FBB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E5770-2589-B609-4833-E2994FE13834}"/>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286498BF-64BF-CCB9-0127-2303E424FA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3EBA17-4839-F567-D41A-DF8637352830}"/>
              </a:ext>
            </a:extLst>
          </p:cNvPr>
          <p:cNvSpPr>
            <a:spLocks noGrp="1"/>
          </p:cNvSpPr>
          <p:nvPr>
            <p:ph type="sldNum" sz="quarter" idx="10"/>
          </p:nvPr>
        </p:nvSpPr>
        <p:spPr/>
        <p:txBody>
          <a:bodyPr/>
          <a:lstStyle/>
          <a:p>
            <a:fld id="{03E5073D-51E9-45CE-AAE9-DCA194C90325}" type="slidenum">
              <a:rPr lang="en-IN" smtClean="0"/>
              <a:t>10</a:t>
            </a:fld>
            <a:endParaRPr lang="en-IN"/>
          </a:p>
        </p:txBody>
      </p:sp>
    </p:spTree>
    <p:extLst>
      <p:ext uri="{BB962C8B-B14F-4D97-AF65-F5344CB8AC3E}">
        <p14:creationId xmlns:p14="http://schemas.microsoft.com/office/powerpoint/2010/main" val="1181829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93DA-C524-58E2-FE1B-4A7D208FA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076BA-F8C2-44C7-1733-CD3A735F8874}"/>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45948E41-C86F-9408-AB59-E4B4B08479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CF6A401-35E2-E136-8C0B-D67C71B27F16}"/>
              </a:ext>
            </a:extLst>
          </p:cNvPr>
          <p:cNvSpPr>
            <a:spLocks noGrp="1"/>
          </p:cNvSpPr>
          <p:nvPr>
            <p:ph type="sldNum" sz="quarter" idx="10"/>
          </p:nvPr>
        </p:nvSpPr>
        <p:spPr/>
        <p:txBody>
          <a:bodyPr/>
          <a:lstStyle/>
          <a:p>
            <a:fld id="{03E5073D-51E9-45CE-AAE9-DCA194C90325}" type="slidenum">
              <a:rPr lang="en-IN" smtClean="0"/>
              <a:t>11</a:t>
            </a:fld>
            <a:endParaRPr lang="en-IN"/>
          </a:p>
        </p:txBody>
      </p:sp>
    </p:spTree>
    <p:extLst>
      <p:ext uri="{BB962C8B-B14F-4D97-AF65-F5344CB8AC3E}">
        <p14:creationId xmlns:p14="http://schemas.microsoft.com/office/powerpoint/2010/main" val="2128368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0918D-BEBF-046C-10B2-0E1E21361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8FD06-DC90-4683-07C8-99A5DDA6AF26}"/>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1A80ED05-B24A-D156-E4B4-27720BA78B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623CB58-BBD0-FDAD-A467-8C97412CF3DF}"/>
              </a:ext>
            </a:extLst>
          </p:cNvPr>
          <p:cNvSpPr>
            <a:spLocks noGrp="1"/>
          </p:cNvSpPr>
          <p:nvPr>
            <p:ph type="sldNum" sz="quarter" idx="10"/>
          </p:nvPr>
        </p:nvSpPr>
        <p:spPr/>
        <p:txBody>
          <a:bodyPr/>
          <a:lstStyle/>
          <a:p>
            <a:fld id="{03E5073D-51E9-45CE-AAE9-DCA194C90325}" type="slidenum">
              <a:rPr lang="en-IN" smtClean="0"/>
              <a:t>12</a:t>
            </a:fld>
            <a:endParaRPr lang="en-IN"/>
          </a:p>
        </p:txBody>
      </p:sp>
    </p:spTree>
    <p:extLst>
      <p:ext uri="{BB962C8B-B14F-4D97-AF65-F5344CB8AC3E}">
        <p14:creationId xmlns:p14="http://schemas.microsoft.com/office/powerpoint/2010/main" val="1791805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46F7B-1DAF-9661-D3C5-721997605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1DFCE-1789-1144-F738-F2D2B03FAF61}"/>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1DF361A7-3BC5-8820-B706-D177F6280D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4B994A-E9E4-CECC-6AD6-CC3983145445}"/>
              </a:ext>
            </a:extLst>
          </p:cNvPr>
          <p:cNvSpPr>
            <a:spLocks noGrp="1"/>
          </p:cNvSpPr>
          <p:nvPr>
            <p:ph type="sldNum" sz="quarter" idx="10"/>
          </p:nvPr>
        </p:nvSpPr>
        <p:spPr/>
        <p:txBody>
          <a:bodyPr/>
          <a:lstStyle/>
          <a:p>
            <a:fld id="{03E5073D-51E9-45CE-AAE9-DCA194C90325}" type="slidenum">
              <a:rPr lang="en-IN" smtClean="0"/>
              <a:t>13</a:t>
            </a:fld>
            <a:endParaRPr lang="en-IN"/>
          </a:p>
        </p:txBody>
      </p:sp>
    </p:spTree>
    <p:extLst>
      <p:ext uri="{BB962C8B-B14F-4D97-AF65-F5344CB8AC3E}">
        <p14:creationId xmlns:p14="http://schemas.microsoft.com/office/powerpoint/2010/main" val="1484137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0C0F-0807-0C7B-CFB5-1A43C6CC0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36D9D-EC62-8028-01C3-FB2EADB93C60}"/>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65F78FBE-6C31-F331-BD3C-7ED9D2A5BF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74D669-F3FB-D5C3-CD38-1F24C6A162CF}"/>
              </a:ext>
            </a:extLst>
          </p:cNvPr>
          <p:cNvSpPr>
            <a:spLocks noGrp="1"/>
          </p:cNvSpPr>
          <p:nvPr>
            <p:ph type="sldNum" sz="quarter" idx="10"/>
          </p:nvPr>
        </p:nvSpPr>
        <p:spPr/>
        <p:txBody>
          <a:bodyPr/>
          <a:lstStyle/>
          <a:p>
            <a:fld id="{03E5073D-51E9-45CE-AAE9-DCA194C90325}" type="slidenum">
              <a:rPr lang="en-IN" smtClean="0"/>
              <a:t>14</a:t>
            </a:fld>
            <a:endParaRPr lang="en-IN"/>
          </a:p>
        </p:txBody>
      </p:sp>
    </p:spTree>
    <p:extLst>
      <p:ext uri="{BB962C8B-B14F-4D97-AF65-F5344CB8AC3E}">
        <p14:creationId xmlns:p14="http://schemas.microsoft.com/office/powerpoint/2010/main" val="3959842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C10F7-7A66-873A-F378-B3E04C8C0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05836-7658-9C77-4051-C22043F525FD}"/>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1DBE8897-0B90-FB26-198B-F32A2F0380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0A9D44-514A-D3BF-2751-B38BAAC8A6D4}"/>
              </a:ext>
            </a:extLst>
          </p:cNvPr>
          <p:cNvSpPr>
            <a:spLocks noGrp="1"/>
          </p:cNvSpPr>
          <p:nvPr>
            <p:ph type="sldNum" sz="quarter" idx="10"/>
          </p:nvPr>
        </p:nvSpPr>
        <p:spPr/>
        <p:txBody>
          <a:bodyPr/>
          <a:lstStyle/>
          <a:p>
            <a:fld id="{03E5073D-51E9-45CE-AAE9-DCA194C90325}" type="slidenum">
              <a:rPr lang="en-IN" smtClean="0"/>
              <a:t>15</a:t>
            </a:fld>
            <a:endParaRPr lang="en-IN"/>
          </a:p>
        </p:txBody>
      </p:sp>
    </p:spTree>
    <p:extLst>
      <p:ext uri="{BB962C8B-B14F-4D97-AF65-F5344CB8AC3E}">
        <p14:creationId xmlns:p14="http://schemas.microsoft.com/office/powerpoint/2010/main" val="514750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7C537-C237-605C-BE0D-490595425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F6289-660E-2F15-3B7B-1FE621433242}"/>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144CC68E-00E7-5D38-4E58-2ABB0B5012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3F36F5-0378-34C1-EC22-443E3EFC7D36}"/>
              </a:ext>
            </a:extLst>
          </p:cNvPr>
          <p:cNvSpPr>
            <a:spLocks noGrp="1"/>
          </p:cNvSpPr>
          <p:nvPr>
            <p:ph type="sldNum" sz="quarter" idx="10"/>
          </p:nvPr>
        </p:nvSpPr>
        <p:spPr/>
        <p:txBody>
          <a:bodyPr/>
          <a:lstStyle/>
          <a:p>
            <a:fld id="{03E5073D-51E9-45CE-AAE9-DCA194C90325}" type="slidenum">
              <a:rPr lang="en-IN" smtClean="0"/>
              <a:t>16</a:t>
            </a:fld>
            <a:endParaRPr lang="en-IN"/>
          </a:p>
        </p:txBody>
      </p:sp>
    </p:spTree>
    <p:extLst>
      <p:ext uri="{BB962C8B-B14F-4D97-AF65-F5344CB8AC3E}">
        <p14:creationId xmlns:p14="http://schemas.microsoft.com/office/powerpoint/2010/main" val="2446475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3E5073D-51E9-45CE-AAE9-DCA194C90325}" type="slidenum">
              <a:rPr lang="en-IN" smtClean="0"/>
              <a:t>17</a:t>
            </a:fld>
            <a:endParaRPr lang="en-IN"/>
          </a:p>
        </p:txBody>
      </p:sp>
    </p:spTree>
    <p:extLst>
      <p:ext uri="{BB962C8B-B14F-4D97-AF65-F5344CB8AC3E}">
        <p14:creationId xmlns:p14="http://schemas.microsoft.com/office/powerpoint/2010/main" val="29580239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9F01E-E1AB-899F-485B-6B1FF3164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DCA2C-616A-0A4A-263E-D72711E99388}"/>
              </a:ext>
            </a:extLst>
          </p:cNvPr>
          <p:cNvSpPr>
            <a:spLocks noGrp="1" noRot="1" noChangeAspect="1"/>
          </p:cNvSpPr>
          <p:nvPr>
            <p:ph type="sldImg"/>
          </p:nvPr>
        </p:nvSpPr>
        <p:spPr>
          <a:xfrm>
            <a:off x="2514600" y="857250"/>
            <a:ext cx="4114800" cy="2314575"/>
          </a:xfrm>
        </p:spPr>
      </p:sp>
      <p:sp>
        <p:nvSpPr>
          <p:cNvPr id="3" name="Notes Placeholder 2">
            <a:extLst>
              <a:ext uri="{FF2B5EF4-FFF2-40B4-BE49-F238E27FC236}">
                <a16:creationId xmlns:a16="http://schemas.microsoft.com/office/drawing/2014/main" id="{9E6EFD1C-3075-B911-87C8-1B97AEC989F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C96330-925B-0DB5-C766-10F84E527027}"/>
              </a:ext>
            </a:extLst>
          </p:cNvPr>
          <p:cNvSpPr>
            <a:spLocks noGrp="1"/>
          </p:cNvSpPr>
          <p:nvPr>
            <p:ph type="sldNum" sz="quarter" idx="10"/>
          </p:nvPr>
        </p:nvSpPr>
        <p:spPr/>
        <p:txBody>
          <a:bodyPr/>
          <a:lstStyle/>
          <a:p>
            <a:fld id="{03E5073D-51E9-45CE-AAE9-DCA194C90325}" type="slidenum">
              <a:rPr lang="en-IN" smtClean="0"/>
              <a:t>18</a:t>
            </a:fld>
            <a:endParaRPr lang="en-IN"/>
          </a:p>
        </p:txBody>
      </p:sp>
    </p:spTree>
    <p:extLst>
      <p:ext uri="{BB962C8B-B14F-4D97-AF65-F5344CB8AC3E}">
        <p14:creationId xmlns:p14="http://schemas.microsoft.com/office/powerpoint/2010/main" val="444386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40111" y="1355149"/>
            <a:ext cx="11040666" cy="2882806"/>
          </a:xfrm>
        </p:spPr>
        <p:txBody>
          <a:bodyPr anchor="b"/>
          <a:lstStyle>
            <a:lvl1pPr algn="ctr">
              <a:defRPr sz="7243"/>
            </a:lvl1pPr>
          </a:lstStyle>
          <a:p>
            <a:r>
              <a:rPr lang="en-US"/>
              <a:t>Click to edit Master title style</a:t>
            </a:r>
            <a:endParaRPr lang="en-US" dirty="0"/>
          </a:p>
        </p:txBody>
      </p:sp>
      <p:sp>
        <p:nvSpPr>
          <p:cNvPr id="3" name="Subtitle 2"/>
          <p:cNvSpPr>
            <a:spLocks noGrp="1"/>
          </p:cNvSpPr>
          <p:nvPr>
            <p:ph type="subTitle" idx="1"/>
          </p:nvPr>
        </p:nvSpPr>
        <p:spPr>
          <a:xfrm>
            <a:off x="1840111" y="4349130"/>
            <a:ext cx="11040666" cy="1999179"/>
          </a:xfrm>
        </p:spPr>
        <p:txBody>
          <a:bodyPr/>
          <a:lstStyle>
            <a:lvl1pPr marL="0" indent="0" algn="ctr">
              <a:buNone/>
              <a:defRPr sz="2898"/>
            </a:lvl1pPr>
            <a:lvl2pPr marL="551990" indent="0" algn="ctr">
              <a:buNone/>
              <a:defRPr sz="2415"/>
            </a:lvl2pPr>
            <a:lvl3pPr marL="1103981" indent="0" algn="ctr">
              <a:buNone/>
              <a:defRPr sz="2173"/>
            </a:lvl3pPr>
            <a:lvl4pPr marL="1655971" indent="0" algn="ctr">
              <a:buNone/>
              <a:defRPr sz="1932"/>
            </a:lvl4pPr>
            <a:lvl5pPr marL="2207962" indent="0" algn="ctr">
              <a:buNone/>
              <a:defRPr sz="1932"/>
            </a:lvl5pPr>
            <a:lvl6pPr marL="2759952" indent="0" algn="ctr">
              <a:buNone/>
              <a:defRPr sz="1932"/>
            </a:lvl6pPr>
            <a:lvl7pPr marL="3311943" indent="0" algn="ctr">
              <a:buNone/>
              <a:defRPr sz="1932"/>
            </a:lvl7pPr>
            <a:lvl8pPr marL="3863933" indent="0" algn="ctr">
              <a:buNone/>
              <a:defRPr sz="1932"/>
            </a:lvl8pPr>
            <a:lvl9pPr marL="4415923" indent="0" algn="ctr">
              <a:buNone/>
              <a:defRPr sz="193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FA8203-1124-40FC-9818-F079236EA06C}" type="datetimeFigureOut">
              <a:rPr lang="en-IN" smtClean="0"/>
              <a:t>30-12-2024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2889999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A8203-1124-40FC-9818-F079236EA06C}" type="datetimeFigureOut">
              <a:rPr lang="en-IN" smtClean="0"/>
              <a:t>30-12-2024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1168976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04394" y="2064352"/>
            <a:ext cx="12696766" cy="3444416"/>
          </a:xfrm>
        </p:spPr>
        <p:txBody>
          <a:bodyPr anchor="b"/>
          <a:lstStyle>
            <a:lvl1pPr>
              <a:defRPr sz="7243"/>
            </a:lvl1pPr>
          </a:lstStyle>
          <a:p>
            <a:r>
              <a:rPr lang="en-US"/>
              <a:t>Click to edit Master title style</a:t>
            </a:r>
            <a:endParaRPr lang="en-US" dirty="0"/>
          </a:p>
        </p:txBody>
      </p:sp>
      <p:sp>
        <p:nvSpPr>
          <p:cNvPr id="3" name="Text Placeholder 2"/>
          <p:cNvSpPr>
            <a:spLocks noGrp="1"/>
          </p:cNvSpPr>
          <p:nvPr>
            <p:ph type="body" idx="1"/>
          </p:nvPr>
        </p:nvSpPr>
        <p:spPr>
          <a:xfrm>
            <a:off x="1004394" y="5541355"/>
            <a:ext cx="12696766" cy="1811337"/>
          </a:xfrm>
        </p:spPr>
        <p:txBody>
          <a:bodyPr/>
          <a:lstStyle>
            <a:lvl1pPr marL="0" indent="0">
              <a:buNone/>
              <a:defRPr sz="2898">
                <a:solidFill>
                  <a:schemeClr val="tx1">
                    <a:tint val="75000"/>
                  </a:schemeClr>
                </a:solidFill>
              </a:defRPr>
            </a:lvl1pPr>
            <a:lvl2pPr marL="551990" indent="0">
              <a:buNone/>
              <a:defRPr sz="2415">
                <a:solidFill>
                  <a:schemeClr val="tx1">
                    <a:tint val="75000"/>
                  </a:schemeClr>
                </a:solidFill>
              </a:defRPr>
            </a:lvl2pPr>
            <a:lvl3pPr marL="1103981" indent="0">
              <a:buNone/>
              <a:defRPr sz="2173">
                <a:solidFill>
                  <a:schemeClr val="tx1">
                    <a:tint val="75000"/>
                  </a:schemeClr>
                </a:solidFill>
              </a:defRPr>
            </a:lvl3pPr>
            <a:lvl4pPr marL="1655971" indent="0">
              <a:buNone/>
              <a:defRPr sz="1932">
                <a:solidFill>
                  <a:schemeClr val="tx1">
                    <a:tint val="75000"/>
                  </a:schemeClr>
                </a:solidFill>
              </a:defRPr>
            </a:lvl4pPr>
            <a:lvl5pPr marL="2207962" indent="0">
              <a:buNone/>
              <a:defRPr sz="1932">
                <a:solidFill>
                  <a:schemeClr val="tx1">
                    <a:tint val="75000"/>
                  </a:schemeClr>
                </a:solidFill>
              </a:defRPr>
            </a:lvl5pPr>
            <a:lvl6pPr marL="2759952" indent="0">
              <a:buNone/>
              <a:defRPr sz="1932">
                <a:solidFill>
                  <a:schemeClr val="tx1">
                    <a:tint val="75000"/>
                  </a:schemeClr>
                </a:solidFill>
              </a:defRPr>
            </a:lvl6pPr>
            <a:lvl7pPr marL="3311943" indent="0">
              <a:buNone/>
              <a:defRPr sz="1932">
                <a:solidFill>
                  <a:schemeClr val="tx1">
                    <a:tint val="75000"/>
                  </a:schemeClr>
                </a:solidFill>
              </a:defRPr>
            </a:lvl7pPr>
            <a:lvl8pPr marL="3863933" indent="0">
              <a:buNone/>
              <a:defRPr sz="1932">
                <a:solidFill>
                  <a:schemeClr val="tx1">
                    <a:tint val="75000"/>
                  </a:schemeClr>
                </a:solidFill>
              </a:defRPr>
            </a:lvl8pPr>
            <a:lvl9pPr marL="4415923" indent="0">
              <a:buNone/>
              <a:defRPr sz="19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FA8203-1124-40FC-9818-F079236EA06C}" type="datetimeFigureOut">
              <a:rPr lang="en-IN" smtClean="0"/>
              <a:t>30-12-2024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721854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2062" y="2204273"/>
            <a:ext cx="6256377"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52450" y="2204273"/>
            <a:ext cx="6256377"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FA8203-1124-40FC-9818-F079236EA06C}" type="datetimeFigureOut">
              <a:rPr lang="en-IN" smtClean="0"/>
              <a:t>30-12-2024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2449624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13978" y="440859"/>
            <a:ext cx="12696766" cy="1600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13980" y="2029851"/>
            <a:ext cx="6227625" cy="994797"/>
          </a:xfrm>
        </p:spPr>
        <p:txBody>
          <a:bodyPr anchor="b"/>
          <a:lstStyle>
            <a:lvl1pPr marL="0" indent="0">
              <a:buNone/>
              <a:defRPr sz="2898" b="1"/>
            </a:lvl1pPr>
            <a:lvl2pPr marL="551990" indent="0">
              <a:buNone/>
              <a:defRPr sz="2415" b="1"/>
            </a:lvl2pPr>
            <a:lvl3pPr marL="1103981" indent="0">
              <a:buNone/>
              <a:defRPr sz="2173" b="1"/>
            </a:lvl3pPr>
            <a:lvl4pPr marL="1655971" indent="0">
              <a:buNone/>
              <a:defRPr sz="1932" b="1"/>
            </a:lvl4pPr>
            <a:lvl5pPr marL="2207962" indent="0">
              <a:buNone/>
              <a:defRPr sz="1932" b="1"/>
            </a:lvl5pPr>
            <a:lvl6pPr marL="2759952" indent="0">
              <a:buNone/>
              <a:defRPr sz="1932" b="1"/>
            </a:lvl6pPr>
            <a:lvl7pPr marL="3311943" indent="0">
              <a:buNone/>
              <a:defRPr sz="1932" b="1"/>
            </a:lvl7pPr>
            <a:lvl8pPr marL="3863933" indent="0">
              <a:buNone/>
              <a:defRPr sz="1932" b="1"/>
            </a:lvl8pPr>
            <a:lvl9pPr marL="4415923" indent="0">
              <a:buNone/>
              <a:defRPr sz="1932" b="1"/>
            </a:lvl9pPr>
          </a:lstStyle>
          <a:p>
            <a:pPr lvl="0"/>
            <a:r>
              <a:rPr lang="en-US"/>
              <a:t>Click to edit Master text styles</a:t>
            </a:r>
          </a:p>
        </p:txBody>
      </p:sp>
      <p:sp>
        <p:nvSpPr>
          <p:cNvPr id="4" name="Content Placeholder 3"/>
          <p:cNvSpPr>
            <a:spLocks noGrp="1"/>
          </p:cNvSpPr>
          <p:nvPr>
            <p:ph sz="half" idx="2"/>
          </p:nvPr>
        </p:nvSpPr>
        <p:spPr>
          <a:xfrm>
            <a:off x="1013980" y="3024648"/>
            <a:ext cx="6227625"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52451" y="2029851"/>
            <a:ext cx="6258294" cy="994797"/>
          </a:xfrm>
        </p:spPr>
        <p:txBody>
          <a:bodyPr anchor="b"/>
          <a:lstStyle>
            <a:lvl1pPr marL="0" indent="0">
              <a:buNone/>
              <a:defRPr sz="2898" b="1"/>
            </a:lvl1pPr>
            <a:lvl2pPr marL="551990" indent="0">
              <a:buNone/>
              <a:defRPr sz="2415" b="1"/>
            </a:lvl2pPr>
            <a:lvl3pPr marL="1103981" indent="0">
              <a:buNone/>
              <a:defRPr sz="2173" b="1"/>
            </a:lvl3pPr>
            <a:lvl4pPr marL="1655971" indent="0">
              <a:buNone/>
              <a:defRPr sz="1932" b="1"/>
            </a:lvl4pPr>
            <a:lvl5pPr marL="2207962" indent="0">
              <a:buNone/>
              <a:defRPr sz="1932" b="1"/>
            </a:lvl5pPr>
            <a:lvl6pPr marL="2759952" indent="0">
              <a:buNone/>
              <a:defRPr sz="1932" b="1"/>
            </a:lvl6pPr>
            <a:lvl7pPr marL="3311943" indent="0">
              <a:buNone/>
              <a:defRPr sz="1932" b="1"/>
            </a:lvl7pPr>
            <a:lvl8pPr marL="3863933" indent="0">
              <a:buNone/>
              <a:defRPr sz="1932" b="1"/>
            </a:lvl8pPr>
            <a:lvl9pPr marL="4415923" indent="0">
              <a:buNone/>
              <a:defRPr sz="1932" b="1"/>
            </a:lvl9pPr>
          </a:lstStyle>
          <a:p>
            <a:pPr lvl="0"/>
            <a:r>
              <a:rPr lang="en-US"/>
              <a:t>Click to edit Master text styles</a:t>
            </a:r>
          </a:p>
        </p:txBody>
      </p:sp>
      <p:sp>
        <p:nvSpPr>
          <p:cNvPr id="6" name="Content Placeholder 5"/>
          <p:cNvSpPr>
            <a:spLocks noGrp="1"/>
          </p:cNvSpPr>
          <p:nvPr>
            <p:ph sz="quarter" idx="4"/>
          </p:nvPr>
        </p:nvSpPr>
        <p:spPr>
          <a:xfrm>
            <a:off x="7452451" y="3024648"/>
            <a:ext cx="6258294"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FA8203-1124-40FC-9818-F079236EA06C}" type="datetimeFigureOut">
              <a:rPr lang="en-IN" smtClean="0"/>
              <a:t>30-12-2024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4210516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FA8203-1124-40FC-9818-F079236EA06C}" type="datetimeFigureOut">
              <a:rPr lang="en-IN" smtClean="0"/>
              <a:t>30-12-2024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3884962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FA8203-1124-40FC-9818-F079236EA06C}" type="datetimeFigureOut">
              <a:rPr lang="en-IN" smtClean="0"/>
              <a:t>30-12-2024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3547586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3980" y="552029"/>
            <a:ext cx="4747868" cy="1932093"/>
          </a:xfrm>
        </p:spPr>
        <p:txBody>
          <a:bodyPr anchor="b"/>
          <a:lstStyle>
            <a:lvl1pPr>
              <a:defRPr sz="3864"/>
            </a:lvl1pPr>
          </a:lstStyle>
          <a:p>
            <a:r>
              <a:rPr lang="en-US"/>
              <a:t>Click to edit Master title style</a:t>
            </a:r>
            <a:endParaRPr lang="en-US" dirty="0"/>
          </a:p>
        </p:txBody>
      </p:sp>
      <p:sp>
        <p:nvSpPr>
          <p:cNvPr id="3" name="Content Placeholder 2"/>
          <p:cNvSpPr>
            <a:spLocks noGrp="1"/>
          </p:cNvSpPr>
          <p:nvPr>
            <p:ph idx="1"/>
          </p:nvPr>
        </p:nvSpPr>
        <p:spPr>
          <a:xfrm>
            <a:off x="6258295" y="1192228"/>
            <a:ext cx="7452450" cy="5884451"/>
          </a:xfrm>
        </p:spPr>
        <p:txBody>
          <a:bodyPr/>
          <a:lstStyle>
            <a:lvl1pPr>
              <a:defRPr sz="3864"/>
            </a:lvl1pPr>
            <a:lvl2pPr>
              <a:defRPr sz="3381"/>
            </a:lvl2pPr>
            <a:lvl3pPr>
              <a:defRPr sz="2898"/>
            </a:lvl3pPr>
            <a:lvl4pPr>
              <a:defRPr sz="2415"/>
            </a:lvl4pPr>
            <a:lvl5pPr>
              <a:defRPr sz="2415"/>
            </a:lvl5pPr>
            <a:lvl6pPr>
              <a:defRPr sz="2415"/>
            </a:lvl6pPr>
            <a:lvl7pPr>
              <a:defRPr sz="2415"/>
            </a:lvl7pPr>
            <a:lvl8pPr>
              <a:defRPr sz="2415"/>
            </a:lvl8pPr>
            <a:lvl9pPr>
              <a:defRPr sz="24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3980" y="2484120"/>
            <a:ext cx="4747868" cy="4602140"/>
          </a:xfrm>
        </p:spPr>
        <p:txBody>
          <a:bodyPr/>
          <a:lstStyle>
            <a:lvl1pPr marL="0" indent="0">
              <a:buNone/>
              <a:defRPr sz="1932"/>
            </a:lvl1pPr>
            <a:lvl2pPr marL="551990" indent="0">
              <a:buNone/>
              <a:defRPr sz="1690"/>
            </a:lvl2pPr>
            <a:lvl3pPr marL="1103981" indent="0">
              <a:buNone/>
              <a:defRPr sz="1449"/>
            </a:lvl3pPr>
            <a:lvl4pPr marL="1655971" indent="0">
              <a:buNone/>
              <a:defRPr sz="1207"/>
            </a:lvl4pPr>
            <a:lvl5pPr marL="2207962" indent="0">
              <a:buNone/>
              <a:defRPr sz="1207"/>
            </a:lvl5pPr>
            <a:lvl6pPr marL="2759952" indent="0">
              <a:buNone/>
              <a:defRPr sz="1207"/>
            </a:lvl6pPr>
            <a:lvl7pPr marL="3311943" indent="0">
              <a:buNone/>
              <a:defRPr sz="1207"/>
            </a:lvl7pPr>
            <a:lvl8pPr marL="3863933" indent="0">
              <a:buNone/>
              <a:defRPr sz="1207"/>
            </a:lvl8pPr>
            <a:lvl9pPr marL="4415923"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49FA8203-1124-40FC-9818-F079236EA06C}" type="datetimeFigureOut">
              <a:rPr lang="en-IN" smtClean="0"/>
              <a:t>30-12-2024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3313324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3980" y="552029"/>
            <a:ext cx="4747868" cy="1932093"/>
          </a:xfrm>
        </p:spPr>
        <p:txBody>
          <a:bodyPr anchor="b"/>
          <a:lstStyle>
            <a:lvl1pPr>
              <a:defRPr sz="3864"/>
            </a:lvl1pPr>
          </a:lstStyle>
          <a:p>
            <a:r>
              <a:rPr lang="en-US"/>
              <a:t>Click to edit Master title style</a:t>
            </a:r>
            <a:endParaRPr lang="en-US" dirty="0"/>
          </a:p>
        </p:txBody>
      </p:sp>
      <p:sp>
        <p:nvSpPr>
          <p:cNvPr id="3" name="Picture Placeholder 2"/>
          <p:cNvSpPr>
            <a:spLocks noGrp="1" noChangeAspect="1"/>
          </p:cNvSpPr>
          <p:nvPr>
            <p:ph type="pic" idx="1"/>
          </p:nvPr>
        </p:nvSpPr>
        <p:spPr>
          <a:xfrm>
            <a:off x="6258295" y="1192228"/>
            <a:ext cx="7452450" cy="5884451"/>
          </a:xfrm>
        </p:spPr>
        <p:txBody>
          <a:bodyPr anchor="t"/>
          <a:lstStyle>
            <a:lvl1pPr marL="0" indent="0">
              <a:buNone/>
              <a:defRPr sz="3864"/>
            </a:lvl1pPr>
            <a:lvl2pPr marL="551990" indent="0">
              <a:buNone/>
              <a:defRPr sz="3381"/>
            </a:lvl2pPr>
            <a:lvl3pPr marL="1103981" indent="0">
              <a:buNone/>
              <a:defRPr sz="2898"/>
            </a:lvl3pPr>
            <a:lvl4pPr marL="1655971" indent="0">
              <a:buNone/>
              <a:defRPr sz="2415"/>
            </a:lvl4pPr>
            <a:lvl5pPr marL="2207962" indent="0">
              <a:buNone/>
              <a:defRPr sz="2415"/>
            </a:lvl5pPr>
            <a:lvl6pPr marL="2759952" indent="0">
              <a:buNone/>
              <a:defRPr sz="2415"/>
            </a:lvl6pPr>
            <a:lvl7pPr marL="3311943" indent="0">
              <a:buNone/>
              <a:defRPr sz="2415"/>
            </a:lvl7pPr>
            <a:lvl8pPr marL="3863933" indent="0">
              <a:buNone/>
              <a:defRPr sz="2415"/>
            </a:lvl8pPr>
            <a:lvl9pPr marL="4415923" indent="0">
              <a:buNone/>
              <a:defRPr sz="2415"/>
            </a:lvl9pPr>
          </a:lstStyle>
          <a:p>
            <a:r>
              <a:rPr lang="en-US"/>
              <a:t>Click icon to add picture</a:t>
            </a:r>
            <a:endParaRPr lang="en-US" dirty="0"/>
          </a:p>
        </p:txBody>
      </p:sp>
      <p:sp>
        <p:nvSpPr>
          <p:cNvPr id="4" name="Text Placeholder 3"/>
          <p:cNvSpPr>
            <a:spLocks noGrp="1"/>
          </p:cNvSpPr>
          <p:nvPr>
            <p:ph type="body" sz="half" idx="2"/>
          </p:nvPr>
        </p:nvSpPr>
        <p:spPr>
          <a:xfrm>
            <a:off x="1013980" y="2484120"/>
            <a:ext cx="4747868" cy="4602140"/>
          </a:xfrm>
        </p:spPr>
        <p:txBody>
          <a:bodyPr/>
          <a:lstStyle>
            <a:lvl1pPr marL="0" indent="0">
              <a:buNone/>
              <a:defRPr sz="1932"/>
            </a:lvl1pPr>
            <a:lvl2pPr marL="551990" indent="0">
              <a:buNone/>
              <a:defRPr sz="1690"/>
            </a:lvl2pPr>
            <a:lvl3pPr marL="1103981" indent="0">
              <a:buNone/>
              <a:defRPr sz="1449"/>
            </a:lvl3pPr>
            <a:lvl4pPr marL="1655971" indent="0">
              <a:buNone/>
              <a:defRPr sz="1207"/>
            </a:lvl4pPr>
            <a:lvl5pPr marL="2207962" indent="0">
              <a:buNone/>
              <a:defRPr sz="1207"/>
            </a:lvl5pPr>
            <a:lvl6pPr marL="2759952" indent="0">
              <a:buNone/>
              <a:defRPr sz="1207"/>
            </a:lvl6pPr>
            <a:lvl7pPr marL="3311943" indent="0">
              <a:buNone/>
              <a:defRPr sz="1207"/>
            </a:lvl7pPr>
            <a:lvl8pPr marL="3863933" indent="0">
              <a:buNone/>
              <a:defRPr sz="1207"/>
            </a:lvl8pPr>
            <a:lvl9pPr marL="4415923"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49FA8203-1124-40FC-9818-F079236EA06C}" type="datetimeFigureOut">
              <a:rPr lang="en-IN" smtClean="0"/>
              <a:t>30-12-2024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58662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A8203-1124-40FC-9818-F079236EA06C}" type="datetimeFigureOut">
              <a:rPr lang="en-IN" smtClean="0"/>
              <a:t>30-12-2024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3130484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534639" y="440855"/>
            <a:ext cx="3174191" cy="70172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12062" y="440855"/>
            <a:ext cx="9338564" cy="7017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A8203-1124-40FC-9818-F079236EA06C}" type="datetimeFigureOut">
              <a:rPr lang="en-IN" smtClean="0"/>
              <a:t>30-12-2024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2825B3-B679-4896-9769-1AD4DC2199C1}" type="slidenum">
              <a:rPr lang="en-IN" smtClean="0"/>
              <a:t>‹#›</a:t>
            </a:fld>
            <a:endParaRPr lang="en-IN"/>
          </a:p>
        </p:txBody>
      </p:sp>
    </p:spTree>
    <p:extLst>
      <p:ext uri="{BB962C8B-B14F-4D97-AF65-F5344CB8AC3E}">
        <p14:creationId xmlns:p14="http://schemas.microsoft.com/office/powerpoint/2010/main" val="3847446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12062" y="440859"/>
            <a:ext cx="12696766" cy="1600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12062" y="2204273"/>
            <a:ext cx="12696766" cy="52538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12062" y="7674707"/>
            <a:ext cx="3312200" cy="440855"/>
          </a:xfrm>
          <a:prstGeom prst="rect">
            <a:avLst/>
          </a:prstGeom>
        </p:spPr>
        <p:txBody>
          <a:bodyPr vert="horz" lIns="91440" tIns="45720" rIns="91440" bIns="45720" rtlCol="0" anchor="ctr"/>
          <a:lstStyle>
            <a:lvl1pPr algn="l">
              <a:defRPr sz="1449">
                <a:solidFill>
                  <a:schemeClr val="tx1">
                    <a:tint val="75000"/>
                  </a:schemeClr>
                </a:solidFill>
              </a:defRPr>
            </a:lvl1pPr>
          </a:lstStyle>
          <a:p>
            <a:fld id="{49FA8203-1124-40FC-9818-F079236EA06C}" type="datetimeFigureOut">
              <a:rPr lang="en-IN" smtClean="0"/>
              <a:t>30-12-2024</a:t>
            </a:fld>
            <a:endParaRPr lang="en-IN"/>
          </a:p>
        </p:txBody>
      </p:sp>
      <p:sp>
        <p:nvSpPr>
          <p:cNvPr id="5" name="Footer Placeholder 4"/>
          <p:cNvSpPr>
            <a:spLocks noGrp="1"/>
          </p:cNvSpPr>
          <p:nvPr>
            <p:ph type="ftr" sz="quarter" idx="3"/>
          </p:nvPr>
        </p:nvSpPr>
        <p:spPr>
          <a:xfrm>
            <a:off x="4876295" y="7674707"/>
            <a:ext cx="4968300" cy="440855"/>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396628" y="7674707"/>
            <a:ext cx="3312200" cy="440855"/>
          </a:xfrm>
          <a:prstGeom prst="rect">
            <a:avLst/>
          </a:prstGeom>
        </p:spPr>
        <p:txBody>
          <a:bodyPr vert="horz" lIns="91440" tIns="45720" rIns="91440" bIns="45720" rtlCol="0" anchor="ctr"/>
          <a:lstStyle>
            <a:lvl1pPr algn="r">
              <a:defRPr sz="1449">
                <a:solidFill>
                  <a:schemeClr val="tx1">
                    <a:tint val="75000"/>
                  </a:schemeClr>
                </a:solidFill>
              </a:defRPr>
            </a:lvl1pPr>
          </a:lstStyle>
          <a:p>
            <a:fld id="{212825B3-B679-4896-9769-1AD4DC2199C1}" type="slidenum">
              <a:rPr lang="en-IN" smtClean="0"/>
              <a:t>‹#›</a:t>
            </a:fld>
            <a:endParaRPr lang="en-IN"/>
          </a:p>
        </p:txBody>
      </p:sp>
    </p:spTree>
    <p:extLst>
      <p:ext uri="{BB962C8B-B14F-4D97-AF65-F5344CB8AC3E}">
        <p14:creationId xmlns:p14="http://schemas.microsoft.com/office/powerpoint/2010/main" val="584566641"/>
      </p:ext>
    </p:extLst>
  </p:cSld>
  <p:clrMap bg1="lt1" tx1="dk1" bg2="lt2" tx2="dk2" accent1="accent1" accent2="accent2" accent3="accent3" accent4="accent4" accent5="accent5" accent6="accent6" hlink="hlink" folHlink="folHlink"/>
  <p:sldLayoutIdLst>
    <p:sldLayoutId id="2147483970"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Lst>
  <p:txStyles>
    <p:titleStyle>
      <a:lvl1pPr algn="l" defTabSz="1103981" rtl="0" eaLnBrk="1" latinLnBrk="0" hangingPunct="1">
        <a:lnSpc>
          <a:spcPct val="90000"/>
        </a:lnSpc>
        <a:spcBef>
          <a:spcPct val="0"/>
        </a:spcBef>
        <a:buNone/>
        <a:defRPr sz="5313" kern="1200">
          <a:solidFill>
            <a:schemeClr val="tx1"/>
          </a:solidFill>
          <a:latin typeface="+mj-lt"/>
          <a:ea typeface="+mj-ea"/>
          <a:cs typeface="+mj-cs"/>
        </a:defRPr>
      </a:lvl1pPr>
    </p:titleStyle>
    <p:bodyStyle>
      <a:lvl1pPr marL="275995" indent="-275995" algn="l" defTabSz="1103981" rtl="0" eaLnBrk="1" latinLnBrk="0" hangingPunct="1">
        <a:lnSpc>
          <a:spcPct val="90000"/>
        </a:lnSpc>
        <a:spcBef>
          <a:spcPts val="1207"/>
        </a:spcBef>
        <a:buFont typeface="Arial" panose="020B0604020202020204" pitchFamily="34" charset="0"/>
        <a:buChar char="•"/>
        <a:defRPr sz="3381" kern="1200">
          <a:solidFill>
            <a:schemeClr val="tx1"/>
          </a:solidFill>
          <a:latin typeface="+mn-lt"/>
          <a:ea typeface="+mn-ea"/>
          <a:cs typeface="+mn-cs"/>
        </a:defRPr>
      </a:lvl1pPr>
      <a:lvl2pPr marL="827985" indent="-275995" algn="l" defTabSz="1103981" rtl="0" eaLnBrk="1" latinLnBrk="0" hangingPunct="1">
        <a:lnSpc>
          <a:spcPct val="90000"/>
        </a:lnSpc>
        <a:spcBef>
          <a:spcPts val="604"/>
        </a:spcBef>
        <a:buFont typeface="Arial" panose="020B0604020202020204" pitchFamily="34" charset="0"/>
        <a:buChar char="•"/>
        <a:defRPr sz="2898" kern="1200">
          <a:solidFill>
            <a:schemeClr val="tx1"/>
          </a:solidFill>
          <a:latin typeface="+mn-lt"/>
          <a:ea typeface="+mn-ea"/>
          <a:cs typeface="+mn-cs"/>
        </a:defRPr>
      </a:lvl2pPr>
      <a:lvl3pPr marL="1379976" indent="-275995" algn="l" defTabSz="1103981" rtl="0" eaLnBrk="1" latinLnBrk="0" hangingPunct="1">
        <a:lnSpc>
          <a:spcPct val="90000"/>
        </a:lnSpc>
        <a:spcBef>
          <a:spcPts val="604"/>
        </a:spcBef>
        <a:buFont typeface="Arial" panose="020B0604020202020204" pitchFamily="34" charset="0"/>
        <a:buChar char="•"/>
        <a:defRPr sz="2415" kern="1200">
          <a:solidFill>
            <a:schemeClr val="tx1"/>
          </a:solidFill>
          <a:latin typeface="+mn-lt"/>
          <a:ea typeface="+mn-ea"/>
          <a:cs typeface="+mn-cs"/>
        </a:defRPr>
      </a:lvl3pPr>
      <a:lvl4pPr marL="1931966" indent="-275995" algn="l" defTabSz="1103981"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3957" indent="-275995" algn="l" defTabSz="1103981"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5948" indent="-275995" algn="l" defTabSz="1103981"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7938" indent="-275995" algn="l" defTabSz="1103981"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39928" indent="-275995" algn="l" defTabSz="1103981"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1918" indent="-275995" algn="l" defTabSz="1103981"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3981" rtl="0" eaLnBrk="1" latinLnBrk="0" hangingPunct="1">
        <a:defRPr sz="2173" kern="1200">
          <a:solidFill>
            <a:schemeClr val="tx1"/>
          </a:solidFill>
          <a:latin typeface="+mn-lt"/>
          <a:ea typeface="+mn-ea"/>
          <a:cs typeface="+mn-cs"/>
        </a:defRPr>
      </a:lvl1pPr>
      <a:lvl2pPr marL="551990" algn="l" defTabSz="1103981" rtl="0" eaLnBrk="1" latinLnBrk="0" hangingPunct="1">
        <a:defRPr sz="2173" kern="1200">
          <a:solidFill>
            <a:schemeClr val="tx1"/>
          </a:solidFill>
          <a:latin typeface="+mn-lt"/>
          <a:ea typeface="+mn-ea"/>
          <a:cs typeface="+mn-cs"/>
        </a:defRPr>
      </a:lvl2pPr>
      <a:lvl3pPr marL="1103981" algn="l" defTabSz="1103981" rtl="0" eaLnBrk="1" latinLnBrk="0" hangingPunct="1">
        <a:defRPr sz="2173" kern="1200">
          <a:solidFill>
            <a:schemeClr val="tx1"/>
          </a:solidFill>
          <a:latin typeface="+mn-lt"/>
          <a:ea typeface="+mn-ea"/>
          <a:cs typeface="+mn-cs"/>
        </a:defRPr>
      </a:lvl3pPr>
      <a:lvl4pPr marL="1655971" algn="l" defTabSz="1103981" rtl="0" eaLnBrk="1" latinLnBrk="0" hangingPunct="1">
        <a:defRPr sz="2173" kern="1200">
          <a:solidFill>
            <a:schemeClr val="tx1"/>
          </a:solidFill>
          <a:latin typeface="+mn-lt"/>
          <a:ea typeface="+mn-ea"/>
          <a:cs typeface="+mn-cs"/>
        </a:defRPr>
      </a:lvl4pPr>
      <a:lvl5pPr marL="2207962" algn="l" defTabSz="1103981" rtl="0" eaLnBrk="1" latinLnBrk="0" hangingPunct="1">
        <a:defRPr sz="2173" kern="1200">
          <a:solidFill>
            <a:schemeClr val="tx1"/>
          </a:solidFill>
          <a:latin typeface="+mn-lt"/>
          <a:ea typeface="+mn-ea"/>
          <a:cs typeface="+mn-cs"/>
        </a:defRPr>
      </a:lvl5pPr>
      <a:lvl6pPr marL="2759952" algn="l" defTabSz="1103981" rtl="0" eaLnBrk="1" latinLnBrk="0" hangingPunct="1">
        <a:defRPr sz="2173" kern="1200">
          <a:solidFill>
            <a:schemeClr val="tx1"/>
          </a:solidFill>
          <a:latin typeface="+mn-lt"/>
          <a:ea typeface="+mn-ea"/>
          <a:cs typeface="+mn-cs"/>
        </a:defRPr>
      </a:lvl6pPr>
      <a:lvl7pPr marL="3311943" algn="l" defTabSz="1103981" rtl="0" eaLnBrk="1" latinLnBrk="0" hangingPunct="1">
        <a:defRPr sz="2173" kern="1200">
          <a:solidFill>
            <a:schemeClr val="tx1"/>
          </a:solidFill>
          <a:latin typeface="+mn-lt"/>
          <a:ea typeface="+mn-ea"/>
          <a:cs typeface="+mn-cs"/>
        </a:defRPr>
      </a:lvl7pPr>
      <a:lvl8pPr marL="3863933" algn="l" defTabSz="1103981" rtl="0" eaLnBrk="1" latinLnBrk="0" hangingPunct="1">
        <a:defRPr sz="2173" kern="1200">
          <a:solidFill>
            <a:schemeClr val="tx1"/>
          </a:solidFill>
          <a:latin typeface="+mn-lt"/>
          <a:ea typeface="+mn-ea"/>
          <a:cs typeface="+mn-cs"/>
        </a:defRPr>
      </a:lvl8pPr>
      <a:lvl9pPr marL="4415923" algn="l" defTabSz="1103981"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E2CA119-FED0-409C-AFA3-E0B2FCB958BD}"/>
              </a:ext>
            </a:extLst>
          </p:cNvPr>
          <p:cNvSpPr txBox="1"/>
          <p:nvPr/>
        </p:nvSpPr>
        <p:spPr>
          <a:xfrm>
            <a:off x="3516101" y="3216870"/>
            <a:ext cx="7362700" cy="923330"/>
          </a:xfrm>
          <a:prstGeom prst="rect">
            <a:avLst/>
          </a:prstGeom>
          <a:noFill/>
        </p:spPr>
        <p:txBody>
          <a:bodyPr wrap="square">
            <a:spAutoFit/>
          </a:bodyPr>
          <a:lstStyle/>
          <a:p>
            <a:r>
              <a:rPr lang="en-IN" sz="54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JavaScript Events</a:t>
            </a:r>
            <a:endParaRPr lang="en-IN" sz="5400" dirty="0">
              <a:solidFill>
                <a:srgbClr val="7030A0"/>
              </a:solidFill>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4036540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516E-F276-92FD-3679-D77C680EF56B}"/>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0FAE06A7-761A-764B-2F4F-75566FB3A9A1}"/>
              </a:ext>
            </a:extLst>
          </p:cNvPr>
          <p:cNvGrpSpPr/>
          <p:nvPr/>
        </p:nvGrpSpPr>
        <p:grpSpPr>
          <a:xfrm>
            <a:off x="0" y="8158480"/>
            <a:ext cx="14720888" cy="136326"/>
            <a:chOff x="0" y="6077923"/>
            <a:chExt cx="14720888" cy="898738"/>
          </a:xfrm>
        </p:grpSpPr>
        <p:sp>
          <p:nvSpPr>
            <p:cNvPr id="21" name="Rectangle 20">
              <a:extLst>
                <a:ext uri="{FF2B5EF4-FFF2-40B4-BE49-F238E27FC236}">
                  <a16:creationId xmlns:a16="http://schemas.microsoft.com/office/drawing/2014/main" id="{C8BE7BDC-97AC-ED2B-88DF-38A99283FE4C}"/>
                </a:ext>
              </a:extLst>
            </p:cNvPr>
            <p:cNvSpPr/>
            <p:nvPr/>
          </p:nvSpPr>
          <p:spPr>
            <a:xfrm>
              <a:off x="0" y="6077923"/>
              <a:ext cx="5520333" cy="898738"/>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a:p>
          </p:txBody>
        </p:sp>
        <p:sp>
          <p:nvSpPr>
            <p:cNvPr id="22" name="Rectangle 21">
              <a:extLst>
                <a:ext uri="{FF2B5EF4-FFF2-40B4-BE49-F238E27FC236}">
                  <a16:creationId xmlns:a16="http://schemas.microsoft.com/office/drawing/2014/main" id="{C506C5BE-1AA3-B031-D088-920992F75325}"/>
                </a:ext>
              </a:extLst>
            </p:cNvPr>
            <p:cNvSpPr/>
            <p:nvPr/>
          </p:nvSpPr>
          <p:spPr>
            <a:xfrm>
              <a:off x="4745839" y="6077923"/>
              <a:ext cx="5520333" cy="8987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4CCA7560-7FA6-D2B7-9BBD-86E6B5BE9DB3}"/>
                </a:ext>
              </a:extLst>
            </p:cNvPr>
            <p:cNvSpPr/>
            <p:nvPr/>
          </p:nvSpPr>
          <p:spPr>
            <a:xfrm>
              <a:off x="9491677" y="6077923"/>
              <a:ext cx="5229211" cy="89873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0E9060CC-EFE0-FB9B-4463-24298B47D998}"/>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4678FAEF-2C74-1E7F-8D55-1AF018ACA76C}"/>
              </a:ext>
            </a:extLst>
          </p:cNvPr>
          <p:cNvSpPr/>
          <p:nvPr/>
        </p:nvSpPr>
        <p:spPr>
          <a:xfrm>
            <a:off x="243840" y="190808"/>
            <a:ext cx="7014036" cy="707886"/>
          </a:xfrm>
          <a:prstGeom prst="rect">
            <a:avLst/>
          </a:prstGeom>
        </p:spPr>
        <p:txBody>
          <a:bodyPr wrap="none">
            <a:spAutoFit/>
          </a:bodyPr>
          <a:lstStyle/>
          <a:p>
            <a:r>
              <a:rPr lang="en-GB" sz="4000" b="1" dirty="0">
                <a:solidFill>
                  <a:srgbClr val="7030A0"/>
                </a:solidFill>
                <a:latin typeface="Gill Sans MT" panose="020B0502020104020203" pitchFamily="34" charset="0"/>
                <a:ea typeface="Verdana" panose="020B0604030504040204" pitchFamily="34" charset="0"/>
              </a:rPr>
              <a:t>What is a JavaScript Event?</a:t>
            </a:r>
            <a:r>
              <a:rPr lang="en-IN" sz="4000" b="1" dirty="0">
                <a:solidFill>
                  <a:srgbClr val="7030A0"/>
                </a:solidFill>
                <a:latin typeface="Gill Sans MT" panose="020B0502020104020203" pitchFamily="34" charset="0"/>
                <a:ea typeface="Verdana" panose="020B0604030504040204" pitchFamily="34" charset="0"/>
              </a:rPr>
              <a:t>  </a:t>
            </a:r>
            <a:endParaRPr lang="en-IN" sz="4000" dirty="0">
              <a:solidFill>
                <a:srgbClr val="7030A0"/>
              </a:solidFill>
              <a:latin typeface="Gill Sans MT" panose="020B0502020104020203" pitchFamily="34" charset="0"/>
            </a:endParaRPr>
          </a:p>
        </p:txBody>
      </p:sp>
      <p:sp>
        <p:nvSpPr>
          <p:cNvPr id="2" name="Rectangle 1">
            <a:extLst>
              <a:ext uri="{FF2B5EF4-FFF2-40B4-BE49-F238E27FC236}">
                <a16:creationId xmlns:a16="http://schemas.microsoft.com/office/drawing/2014/main" id="{A6773943-B6CA-EDEE-5B83-CBFD36822A11}"/>
              </a:ext>
            </a:extLst>
          </p:cNvPr>
          <p:cNvSpPr/>
          <p:nvPr/>
        </p:nvSpPr>
        <p:spPr>
          <a:xfrm>
            <a:off x="243841" y="1123697"/>
            <a:ext cx="14036040" cy="3046988"/>
          </a:xfrm>
          <a:prstGeom prst="rect">
            <a:avLst/>
          </a:prstGeom>
        </p:spPr>
        <p:txBody>
          <a:bodyPr wrap="square">
            <a:spAutoFit/>
          </a:bodyPr>
          <a:lstStyle/>
          <a:p>
            <a:r>
              <a:rPr lang="en-GB" sz="2400" b="1" dirty="0">
                <a:latin typeface="Bell MT "/>
              </a:rPr>
              <a:t>Definition: </a:t>
            </a:r>
            <a:r>
              <a:rPr lang="en-GB" sz="2400" dirty="0">
                <a:latin typeface="Bell MT "/>
              </a:rPr>
              <a:t>A JavaScript event is a specific action that occurs within a web page or application, such as clicking on an element, moving the mouse, pressing a key, or loading a page. </a:t>
            </a:r>
          </a:p>
          <a:p>
            <a:endParaRPr lang="en-GB" sz="2400" dirty="0">
              <a:latin typeface="Bell MT "/>
            </a:endParaRPr>
          </a:p>
          <a:p>
            <a:r>
              <a:rPr lang="en-GB" sz="2400" dirty="0">
                <a:latin typeface="Bell MT "/>
              </a:rPr>
              <a:t>Essentially, events are like signals that tell the browser to execute certain code or perform specific actions in response to user interactions or other occurrences.</a:t>
            </a:r>
          </a:p>
          <a:p>
            <a:endParaRPr lang="en-GB" sz="2400" dirty="0">
              <a:latin typeface="Bell MT "/>
            </a:endParaRPr>
          </a:p>
          <a:p>
            <a:r>
              <a:rPr lang="en-GB" sz="2400" dirty="0">
                <a:latin typeface="Bell MT "/>
              </a:rPr>
              <a:t>When an event occurs, it is handled by event listeners or event handlers, which are functions specifically written to respond to particular events.</a:t>
            </a:r>
          </a:p>
        </p:txBody>
      </p:sp>
      <p:pic>
        <p:nvPicPr>
          <p:cNvPr id="4" name="Picture 3">
            <a:extLst>
              <a:ext uri="{FF2B5EF4-FFF2-40B4-BE49-F238E27FC236}">
                <a16:creationId xmlns:a16="http://schemas.microsoft.com/office/drawing/2014/main" id="{1FA3A7B0-930B-B537-3C9B-70BE2E19B6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5553" y="4128189"/>
            <a:ext cx="7569559" cy="3961403"/>
          </a:xfrm>
          <a:prstGeom prst="rect">
            <a:avLst/>
          </a:prstGeom>
        </p:spPr>
      </p:pic>
    </p:spTree>
    <p:extLst>
      <p:ext uri="{BB962C8B-B14F-4D97-AF65-F5344CB8AC3E}">
        <p14:creationId xmlns:p14="http://schemas.microsoft.com/office/powerpoint/2010/main" val="3084000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p:cNvGrpSpPr/>
          <p:nvPr/>
        </p:nvGrpSpPr>
        <p:grpSpPr>
          <a:xfrm>
            <a:off x="0" y="8158480"/>
            <a:ext cx="14720888" cy="136326"/>
            <a:chOff x="0" y="6077923"/>
            <a:chExt cx="14720888" cy="898738"/>
          </a:xfrm>
        </p:grpSpPr>
        <p:sp>
          <p:nvSpPr>
            <p:cNvPr id="21" name="Rectangle 20"/>
            <p:cNvSpPr/>
            <p:nvPr/>
          </p:nvSpPr>
          <p:spPr>
            <a:xfrm>
              <a:off x="0" y="6077923"/>
              <a:ext cx="5520333" cy="898738"/>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a:p>
          </p:txBody>
        </p:sp>
        <p:sp>
          <p:nvSpPr>
            <p:cNvPr id="22" name="Rectangle 21"/>
            <p:cNvSpPr/>
            <p:nvPr/>
          </p:nvSpPr>
          <p:spPr>
            <a:xfrm>
              <a:off x="4745839" y="6077923"/>
              <a:ext cx="5520333" cy="8987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p:cNvSpPr/>
            <p:nvPr/>
          </p:nvSpPr>
          <p:spPr>
            <a:xfrm>
              <a:off x="9491677" y="6077923"/>
              <a:ext cx="5229211" cy="89873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p:cNvSpPr/>
          <p:nvPr/>
        </p:nvSpPr>
        <p:spPr>
          <a:xfrm>
            <a:off x="243840" y="221274"/>
            <a:ext cx="7736733" cy="707886"/>
          </a:xfrm>
          <a:prstGeom prst="rect">
            <a:avLst/>
          </a:prstGeom>
        </p:spPr>
        <p:txBody>
          <a:bodyPr wrap="none">
            <a:spAutoFit/>
          </a:bodyPr>
          <a:lstStyle/>
          <a:p>
            <a:pPr algn="r"/>
            <a:r>
              <a:rPr lang="en-IN" sz="4000" b="1" dirty="0">
                <a:solidFill>
                  <a:srgbClr val="7030A0"/>
                </a:solidFill>
                <a:latin typeface="Gill Sans MT" panose="020B0502020104020203" pitchFamily="34" charset="0"/>
                <a:ea typeface="Verdana" panose="020B0604030504040204" pitchFamily="34" charset="0"/>
              </a:rPr>
              <a:t>How </a:t>
            </a:r>
            <a:r>
              <a:rPr lang="en-GB" sz="4000" b="1" dirty="0">
                <a:solidFill>
                  <a:srgbClr val="7030A0"/>
                </a:solidFill>
                <a:latin typeface="Gill Sans MT" panose="020B0502020104020203" pitchFamily="34" charset="0"/>
                <a:ea typeface="Verdana" panose="020B0604030504040204" pitchFamily="34" charset="0"/>
              </a:rPr>
              <a:t>events work in JavaScript</a:t>
            </a:r>
            <a:r>
              <a:rPr lang="en-IN" sz="4000" b="1" dirty="0">
                <a:solidFill>
                  <a:srgbClr val="7030A0"/>
                </a:solidFill>
                <a:latin typeface="Gill Sans MT" panose="020B0502020104020203" pitchFamily="34" charset="0"/>
                <a:ea typeface="Verdana" panose="020B0604030504040204" pitchFamily="34" charset="0"/>
              </a:rPr>
              <a:t> </a:t>
            </a:r>
            <a:endParaRPr lang="en-IN" sz="4000" dirty="0">
              <a:solidFill>
                <a:srgbClr val="7030A0"/>
              </a:solidFill>
              <a:latin typeface="Gill Sans MT" panose="020B0502020104020203" pitchFamily="34" charset="0"/>
            </a:endParaRPr>
          </a:p>
        </p:txBody>
      </p:sp>
      <p:sp>
        <p:nvSpPr>
          <p:cNvPr id="2" name="Rectangle 1"/>
          <p:cNvSpPr/>
          <p:nvPr/>
        </p:nvSpPr>
        <p:spPr>
          <a:xfrm>
            <a:off x="393031" y="1313310"/>
            <a:ext cx="12405360" cy="4524315"/>
          </a:xfrm>
          <a:prstGeom prst="rect">
            <a:avLst/>
          </a:prstGeom>
        </p:spPr>
        <p:txBody>
          <a:bodyPr wrap="square">
            <a:spAutoFit/>
          </a:bodyPr>
          <a:lstStyle/>
          <a:p>
            <a:r>
              <a:rPr lang="en-GB" sz="2400" b="1" dirty="0">
                <a:latin typeface="Bell MT "/>
              </a:rPr>
              <a:t>1. Event Triggering: </a:t>
            </a:r>
            <a:r>
              <a:rPr lang="en-GB" sz="2400" dirty="0">
                <a:latin typeface="Bell MT "/>
              </a:rPr>
              <a:t>Events can be triggered by user interactions (like clicking, hovering, typing) or by the browser itself (like when a page finishes loading).</a:t>
            </a:r>
          </a:p>
          <a:p>
            <a:endParaRPr lang="en-GB" sz="2400" dirty="0">
              <a:latin typeface="Bell MT "/>
            </a:endParaRPr>
          </a:p>
          <a:p>
            <a:r>
              <a:rPr lang="en-GB" sz="2400" b="1" dirty="0">
                <a:latin typeface="Bell MT "/>
              </a:rPr>
              <a:t>2. Event Handling</a:t>
            </a:r>
            <a:r>
              <a:rPr lang="en-GB" sz="2400" dirty="0">
                <a:latin typeface="Bell MT "/>
              </a:rPr>
              <a:t>: To respond to these events, developers write event handler functions. These functions contain the instructions or code that should run when the event occurs.</a:t>
            </a:r>
          </a:p>
          <a:p>
            <a:endParaRPr lang="en-GB" sz="2400" dirty="0">
              <a:latin typeface="Bell MT "/>
            </a:endParaRPr>
          </a:p>
          <a:p>
            <a:r>
              <a:rPr lang="en-GB" sz="2400" b="1" dirty="0">
                <a:latin typeface="Bell MT "/>
              </a:rPr>
              <a:t>3. Event Binding: </a:t>
            </a:r>
            <a:r>
              <a:rPr lang="en-GB" sz="2400" dirty="0">
                <a:latin typeface="Bell MT "/>
              </a:rPr>
              <a:t>Event handlers are then bound or attached to specific elements or objects on the webpage using JavaScript methods like addEventListener() or by directly assigning functions to event attributes in HTML.</a:t>
            </a:r>
          </a:p>
          <a:p>
            <a:endParaRPr lang="en-GB" sz="2400" dirty="0">
              <a:latin typeface="Bell MT "/>
            </a:endParaRPr>
          </a:p>
          <a:p>
            <a:r>
              <a:rPr lang="en-GB" sz="2400" b="1" dirty="0">
                <a:latin typeface="Bell MT "/>
              </a:rPr>
              <a:t>4. Event Execution: </a:t>
            </a:r>
            <a:r>
              <a:rPr lang="en-GB" sz="2400" dirty="0">
                <a:latin typeface="Bell MT "/>
              </a:rPr>
              <a:t>When the specified event occurs, the associated event handler function is executed, allowing the webpage to respond dynamically to user actions or other events.</a:t>
            </a:r>
            <a:endParaRPr lang="en-US" sz="2400" dirty="0">
              <a:latin typeface="Bell MT "/>
            </a:endParaRPr>
          </a:p>
        </p:txBody>
      </p:sp>
    </p:spTree>
    <p:extLst>
      <p:ext uri="{BB962C8B-B14F-4D97-AF65-F5344CB8AC3E}">
        <p14:creationId xmlns:p14="http://schemas.microsoft.com/office/powerpoint/2010/main" val="25130886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D12D3-EBD4-2864-97A9-AA30B0DA2F85}"/>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4FA90BFF-C510-65F4-179D-54AF5CD12AE3}"/>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DCF85F90-40DB-2D8A-DB76-60A9D44F5711}"/>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11FB926D-5A49-F9F5-7C37-368E444D4D38}"/>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72AAF868-46CF-09AB-8DA8-E879A3834ACB}"/>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9A34B5D7-7E5F-DE14-E88A-64852EBB5BBA}"/>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B430BC26-EC97-4668-C93A-ABAF3E9089A4}"/>
              </a:ext>
            </a:extLst>
          </p:cNvPr>
          <p:cNvSpPr/>
          <p:nvPr/>
        </p:nvSpPr>
        <p:spPr>
          <a:xfrm>
            <a:off x="243840" y="190808"/>
            <a:ext cx="7594067" cy="1323439"/>
          </a:xfrm>
          <a:prstGeom prst="rect">
            <a:avLst/>
          </a:prstGeom>
        </p:spPr>
        <p:txBody>
          <a:bodyPr wrap="none">
            <a:spAutoFit/>
          </a:bodyPr>
          <a:lstStyle/>
          <a:p>
            <a:r>
              <a:rPr lang="en-GB"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How events work in JavaScript </a:t>
            </a:r>
          </a:p>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 </a:t>
            </a:r>
          </a:p>
        </p:txBody>
      </p:sp>
      <p:pic>
        <p:nvPicPr>
          <p:cNvPr id="4" name="Picture 3">
            <a:extLst>
              <a:ext uri="{FF2B5EF4-FFF2-40B4-BE49-F238E27FC236}">
                <a16:creationId xmlns:a16="http://schemas.microsoft.com/office/drawing/2014/main" id="{DA0CD7D2-3CC3-53C6-35CF-49E70D4EF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205" y="1149724"/>
            <a:ext cx="11428571" cy="5980952"/>
          </a:xfrm>
          <a:prstGeom prst="rect">
            <a:avLst/>
          </a:prstGeom>
        </p:spPr>
      </p:pic>
    </p:spTree>
    <p:extLst>
      <p:ext uri="{BB962C8B-B14F-4D97-AF65-F5344CB8AC3E}">
        <p14:creationId xmlns:p14="http://schemas.microsoft.com/office/powerpoint/2010/main" val="1280855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D8DA2-69B2-CAC5-51A5-769A3B0863FE}"/>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8BB048FB-0D84-3953-B439-EA3913DADDFA}"/>
              </a:ext>
            </a:extLst>
          </p:cNvPr>
          <p:cNvGrpSpPr/>
          <p:nvPr/>
        </p:nvGrpSpPr>
        <p:grpSpPr>
          <a:xfrm>
            <a:off x="0" y="8158480"/>
            <a:ext cx="14720888" cy="136326"/>
            <a:chOff x="0" y="6077923"/>
            <a:chExt cx="14720888" cy="898738"/>
          </a:xfrm>
        </p:grpSpPr>
        <p:sp>
          <p:nvSpPr>
            <p:cNvPr id="21" name="Rectangle 20">
              <a:extLst>
                <a:ext uri="{FF2B5EF4-FFF2-40B4-BE49-F238E27FC236}">
                  <a16:creationId xmlns:a16="http://schemas.microsoft.com/office/drawing/2014/main" id="{DBE05710-18A2-6A5B-560C-3088FF9CD2E6}"/>
                </a:ext>
              </a:extLst>
            </p:cNvPr>
            <p:cNvSpPr/>
            <p:nvPr/>
          </p:nvSpPr>
          <p:spPr>
            <a:xfrm>
              <a:off x="0" y="6077923"/>
              <a:ext cx="5520333" cy="898738"/>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a:p>
          </p:txBody>
        </p:sp>
        <p:sp>
          <p:nvSpPr>
            <p:cNvPr id="22" name="Rectangle 21">
              <a:extLst>
                <a:ext uri="{FF2B5EF4-FFF2-40B4-BE49-F238E27FC236}">
                  <a16:creationId xmlns:a16="http://schemas.microsoft.com/office/drawing/2014/main" id="{85F45592-3950-5B9C-074C-E2FAA5A98EE2}"/>
                </a:ext>
              </a:extLst>
            </p:cNvPr>
            <p:cNvSpPr/>
            <p:nvPr/>
          </p:nvSpPr>
          <p:spPr>
            <a:xfrm>
              <a:off x="4745839" y="6077923"/>
              <a:ext cx="5520333" cy="8987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05B84935-7256-D170-307F-4F8C7AC6493B}"/>
                </a:ext>
              </a:extLst>
            </p:cNvPr>
            <p:cNvSpPr/>
            <p:nvPr/>
          </p:nvSpPr>
          <p:spPr>
            <a:xfrm>
              <a:off x="9491677" y="6077923"/>
              <a:ext cx="5229211" cy="89873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E5824BFC-949F-FD5A-B2D2-413B8F430EE5}"/>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EC0E84AB-0DE1-6ABA-3CF6-8ADD7624C985}"/>
              </a:ext>
            </a:extLst>
          </p:cNvPr>
          <p:cNvSpPr/>
          <p:nvPr/>
        </p:nvSpPr>
        <p:spPr>
          <a:xfrm>
            <a:off x="243840" y="221274"/>
            <a:ext cx="9449574" cy="707886"/>
          </a:xfrm>
          <a:prstGeom prst="rect">
            <a:avLst/>
          </a:prstGeom>
        </p:spPr>
        <p:txBody>
          <a:bodyPr wrap="none">
            <a:spAutoFit/>
          </a:bodyPr>
          <a:lstStyle/>
          <a:p>
            <a:pPr algn="r"/>
            <a:r>
              <a:rPr lang="en-GB" sz="4000" b="1" dirty="0">
                <a:solidFill>
                  <a:srgbClr val="7030A0"/>
                </a:solidFill>
                <a:latin typeface="Gill Sans MT" panose="020B0502020104020203" pitchFamily="34" charset="0"/>
                <a:ea typeface="Verdana" panose="020B0604030504040204" pitchFamily="34" charset="0"/>
              </a:rPr>
              <a:t>How to Create an Event in JavaScript?</a:t>
            </a:r>
            <a:r>
              <a:rPr lang="en-IN" sz="4000" b="1" dirty="0">
                <a:solidFill>
                  <a:srgbClr val="7030A0"/>
                </a:solidFill>
                <a:latin typeface="Gill Sans MT" panose="020B0502020104020203" pitchFamily="34" charset="0"/>
                <a:ea typeface="Verdana" panose="020B0604030504040204" pitchFamily="34" charset="0"/>
              </a:rPr>
              <a:t> </a:t>
            </a:r>
            <a:endParaRPr lang="en-IN" sz="4000" dirty="0">
              <a:solidFill>
                <a:srgbClr val="7030A0"/>
              </a:solidFill>
              <a:latin typeface="Gill Sans MT" panose="020B0502020104020203" pitchFamily="34" charset="0"/>
            </a:endParaRPr>
          </a:p>
        </p:txBody>
      </p:sp>
      <p:sp>
        <p:nvSpPr>
          <p:cNvPr id="2" name="Rectangle 1">
            <a:extLst>
              <a:ext uri="{FF2B5EF4-FFF2-40B4-BE49-F238E27FC236}">
                <a16:creationId xmlns:a16="http://schemas.microsoft.com/office/drawing/2014/main" id="{D3AC0056-45E6-A417-20BC-F88983D59E3D}"/>
              </a:ext>
            </a:extLst>
          </p:cNvPr>
          <p:cNvSpPr/>
          <p:nvPr/>
        </p:nvSpPr>
        <p:spPr>
          <a:xfrm>
            <a:off x="243840" y="1313310"/>
            <a:ext cx="14036040" cy="4154984"/>
          </a:xfrm>
          <a:prstGeom prst="rect">
            <a:avLst/>
          </a:prstGeom>
        </p:spPr>
        <p:txBody>
          <a:bodyPr wrap="square">
            <a:spAutoFit/>
          </a:bodyPr>
          <a:lstStyle/>
          <a:p>
            <a:r>
              <a:rPr lang="en-GB" sz="2400" b="1" dirty="0">
                <a:latin typeface="Bell MT "/>
              </a:rPr>
              <a:t>1. Event Initialization: </a:t>
            </a:r>
            <a:r>
              <a:rPr lang="en-GB" sz="2400" dirty="0">
                <a:latin typeface="Bell MT "/>
              </a:rPr>
              <a:t>Begin by initializing a new event object using the Event() constructor. This object represents the custom event you want to create.</a:t>
            </a:r>
          </a:p>
          <a:p>
            <a:pPr marL="457200" indent="-457200">
              <a:buAutoNum type="arabicPeriod"/>
            </a:pPr>
            <a:endParaRPr lang="en-GB" sz="2400" dirty="0">
              <a:latin typeface="Bell MT "/>
            </a:endParaRPr>
          </a:p>
          <a:p>
            <a:r>
              <a:rPr lang="en-GB" sz="2400" b="1" dirty="0">
                <a:latin typeface="Bell MT "/>
              </a:rPr>
              <a:t>2. Event Configuration: </a:t>
            </a:r>
            <a:r>
              <a:rPr lang="en-GB" sz="2400" dirty="0">
                <a:latin typeface="Bell MT "/>
              </a:rPr>
              <a:t>Configure the event object by specifying its type. The event type is a descriptive string that identifies the custom event you’re creating. You can also provide additional options, such as whether the event bubbles up through the DOM hierarchy or can be canceled.</a:t>
            </a:r>
          </a:p>
          <a:p>
            <a:endParaRPr lang="en-GB" sz="2400" dirty="0">
              <a:latin typeface="Bell MT "/>
            </a:endParaRPr>
          </a:p>
          <a:p>
            <a:r>
              <a:rPr lang="en-GB" sz="2400" b="1" dirty="0">
                <a:latin typeface="Bell MT "/>
              </a:rPr>
              <a:t>3. Dispatching the Event: </a:t>
            </a:r>
            <a:r>
              <a:rPr lang="en-GB" sz="2400" dirty="0">
                <a:latin typeface="Bell MT "/>
              </a:rPr>
              <a:t>Once the event object is configured, you can dispatch it to trigger the custom event. Dispatching an event involves specifying the target element or object where the event should originate from and calling the dispatchEvent() method on that target.</a:t>
            </a:r>
          </a:p>
          <a:p>
            <a:endParaRPr lang="en-GB" sz="2400" dirty="0">
              <a:latin typeface="Bell MT "/>
            </a:endParaRPr>
          </a:p>
        </p:txBody>
      </p:sp>
    </p:spTree>
    <p:extLst>
      <p:ext uri="{BB962C8B-B14F-4D97-AF65-F5344CB8AC3E}">
        <p14:creationId xmlns:p14="http://schemas.microsoft.com/office/powerpoint/2010/main" val="4046380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A14E6-5634-81A3-0096-DCF9B3EA0701}"/>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8796BDE3-887E-B545-429A-7D0564BD5445}"/>
              </a:ext>
            </a:extLst>
          </p:cNvPr>
          <p:cNvGrpSpPr/>
          <p:nvPr/>
        </p:nvGrpSpPr>
        <p:grpSpPr>
          <a:xfrm>
            <a:off x="0" y="8158480"/>
            <a:ext cx="14720888" cy="136326"/>
            <a:chOff x="0" y="6077923"/>
            <a:chExt cx="14720888" cy="898738"/>
          </a:xfrm>
        </p:grpSpPr>
        <p:sp>
          <p:nvSpPr>
            <p:cNvPr id="21" name="Rectangle 20">
              <a:extLst>
                <a:ext uri="{FF2B5EF4-FFF2-40B4-BE49-F238E27FC236}">
                  <a16:creationId xmlns:a16="http://schemas.microsoft.com/office/drawing/2014/main" id="{1D34B8E3-1F87-5B1C-84B7-BEEE858DC109}"/>
                </a:ext>
              </a:extLst>
            </p:cNvPr>
            <p:cNvSpPr/>
            <p:nvPr/>
          </p:nvSpPr>
          <p:spPr>
            <a:xfrm>
              <a:off x="0" y="6077923"/>
              <a:ext cx="5520333" cy="898738"/>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a:p>
          </p:txBody>
        </p:sp>
        <p:sp>
          <p:nvSpPr>
            <p:cNvPr id="22" name="Rectangle 21">
              <a:extLst>
                <a:ext uri="{FF2B5EF4-FFF2-40B4-BE49-F238E27FC236}">
                  <a16:creationId xmlns:a16="http://schemas.microsoft.com/office/drawing/2014/main" id="{92370877-1F84-369E-3D0C-958A559D7F97}"/>
                </a:ext>
              </a:extLst>
            </p:cNvPr>
            <p:cNvSpPr/>
            <p:nvPr/>
          </p:nvSpPr>
          <p:spPr>
            <a:xfrm>
              <a:off x="4745839" y="6077923"/>
              <a:ext cx="5520333" cy="89873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7200CFB2-E883-AB1D-94AB-A1A425C4559D}"/>
                </a:ext>
              </a:extLst>
            </p:cNvPr>
            <p:cNvSpPr/>
            <p:nvPr/>
          </p:nvSpPr>
          <p:spPr>
            <a:xfrm>
              <a:off x="9491677" y="6077923"/>
              <a:ext cx="5229211" cy="89873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04EB489E-1EF3-D2A7-47EC-C1E26B1027E1}"/>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C0F46235-0A35-BD4D-154F-08990838A81A}"/>
              </a:ext>
            </a:extLst>
          </p:cNvPr>
          <p:cNvSpPr/>
          <p:nvPr/>
        </p:nvSpPr>
        <p:spPr>
          <a:xfrm>
            <a:off x="243840" y="221274"/>
            <a:ext cx="9449574" cy="707886"/>
          </a:xfrm>
          <a:prstGeom prst="rect">
            <a:avLst/>
          </a:prstGeom>
        </p:spPr>
        <p:txBody>
          <a:bodyPr wrap="none">
            <a:spAutoFit/>
          </a:bodyPr>
          <a:lstStyle/>
          <a:p>
            <a:pPr algn="r"/>
            <a:r>
              <a:rPr lang="en-GB" sz="4000" b="1" dirty="0">
                <a:solidFill>
                  <a:srgbClr val="7030A0"/>
                </a:solidFill>
                <a:latin typeface="Gill Sans MT" panose="020B0502020104020203" pitchFamily="34" charset="0"/>
                <a:ea typeface="Verdana" panose="020B0604030504040204" pitchFamily="34" charset="0"/>
              </a:rPr>
              <a:t>How to Create an Event in JavaScript?</a:t>
            </a:r>
            <a:r>
              <a:rPr lang="en-IN" sz="4000" b="1" dirty="0">
                <a:solidFill>
                  <a:srgbClr val="7030A0"/>
                </a:solidFill>
                <a:latin typeface="Gill Sans MT" panose="020B0502020104020203" pitchFamily="34" charset="0"/>
                <a:ea typeface="Verdana" panose="020B0604030504040204" pitchFamily="34" charset="0"/>
              </a:rPr>
              <a:t> </a:t>
            </a:r>
            <a:endParaRPr lang="en-IN" sz="4000" dirty="0">
              <a:solidFill>
                <a:srgbClr val="7030A0"/>
              </a:solidFill>
              <a:latin typeface="Gill Sans MT" panose="020B0502020104020203" pitchFamily="34" charset="0"/>
            </a:endParaRPr>
          </a:p>
        </p:txBody>
      </p:sp>
      <p:sp>
        <p:nvSpPr>
          <p:cNvPr id="2" name="Rectangle 1">
            <a:extLst>
              <a:ext uri="{FF2B5EF4-FFF2-40B4-BE49-F238E27FC236}">
                <a16:creationId xmlns:a16="http://schemas.microsoft.com/office/drawing/2014/main" id="{CC25B25D-44D4-91B6-DC5B-69B4EBA58EFC}"/>
              </a:ext>
            </a:extLst>
          </p:cNvPr>
          <p:cNvSpPr/>
          <p:nvPr/>
        </p:nvSpPr>
        <p:spPr>
          <a:xfrm>
            <a:off x="243840" y="1044368"/>
            <a:ext cx="14036040" cy="7109639"/>
          </a:xfrm>
          <a:prstGeom prst="rect">
            <a:avLst/>
          </a:prstGeom>
        </p:spPr>
        <p:txBody>
          <a:bodyPr wrap="square">
            <a:spAutoFit/>
          </a:bodyPr>
          <a:lstStyle/>
          <a:p>
            <a:r>
              <a:rPr lang="en-US" sz="2400" dirty="0">
                <a:latin typeface="Bell MT "/>
              </a:rPr>
              <a:t>Demonstrative Code Examples for Clarity</a:t>
            </a:r>
          </a:p>
          <a:p>
            <a:endParaRPr lang="en-US" sz="2400" dirty="0">
              <a:latin typeface="Bell MT "/>
            </a:endParaRPr>
          </a:p>
          <a:p>
            <a:r>
              <a:rPr lang="en-US" sz="2400" dirty="0">
                <a:latin typeface="Bell MT "/>
              </a:rPr>
              <a:t>// </a:t>
            </a:r>
            <a:r>
              <a:rPr lang="en-US" sz="2400" b="1" dirty="0">
                <a:latin typeface="Bell MT "/>
              </a:rPr>
              <a:t>Step 1: Event Initialization</a:t>
            </a:r>
            <a:endParaRPr lang="en-US" sz="2400" dirty="0">
              <a:latin typeface="Bell MT "/>
            </a:endParaRPr>
          </a:p>
          <a:p>
            <a:r>
              <a:rPr lang="en-US" sz="2400" dirty="0">
                <a:latin typeface="Bell MT "/>
              </a:rPr>
              <a:t>var customEvent = new Event(‘customEvent’);</a:t>
            </a:r>
          </a:p>
          <a:p>
            <a:endParaRPr lang="en-US" sz="2400" dirty="0">
              <a:latin typeface="Bell MT "/>
            </a:endParaRPr>
          </a:p>
          <a:p>
            <a:r>
              <a:rPr lang="en-US" sz="2400" dirty="0">
                <a:latin typeface="Bell MT "/>
              </a:rPr>
              <a:t>// </a:t>
            </a:r>
            <a:r>
              <a:rPr lang="en-US" sz="2400" b="1" dirty="0">
                <a:latin typeface="Bell MT "/>
              </a:rPr>
              <a:t>Step 2: Event Configuration</a:t>
            </a:r>
            <a:endParaRPr lang="en-US" sz="2400" dirty="0">
              <a:latin typeface="Bell MT "/>
            </a:endParaRPr>
          </a:p>
          <a:p>
            <a:r>
              <a:rPr lang="en-US" sz="2400" dirty="0">
                <a:latin typeface="Bell MT "/>
              </a:rPr>
              <a:t>// You can also pass additional options as the second argument, such as { bubbles: true, cancelable: true }</a:t>
            </a:r>
          </a:p>
          <a:p>
            <a:r>
              <a:rPr lang="en-US" sz="2400" dirty="0">
                <a:latin typeface="Bell MT "/>
              </a:rPr>
              <a:t>customEvent.initEvent(‘customEventType’, true, true);</a:t>
            </a:r>
          </a:p>
          <a:p>
            <a:endParaRPr lang="en-US" sz="2400" dirty="0">
              <a:latin typeface="Bell MT "/>
            </a:endParaRPr>
          </a:p>
          <a:p>
            <a:r>
              <a:rPr lang="en-US" sz="2400" dirty="0">
                <a:latin typeface="Bell MT "/>
              </a:rPr>
              <a:t>// </a:t>
            </a:r>
            <a:r>
              <a:rPr lang="en-US" sz="2400" b="1" dirty="0">
                <a:latin typeface="Bell MT "/>
              </a:rPr>
              <a:t>Step 3: Dispatching the Event</a:t>
            </a:r>
            <a:endParaRPr lang="en-US" sz="2400" dirty="0">
              <a:latin typeface="Bell MT "/>
            </a:endParaRPr>
          </a:p>
          <a:p>
            <a:r>
              <a:rPr lang="en-US" sz="2400" dirty="0">
                <a:latin typeface="Bell MT "/>
              </a:rPr>
              <a:t>var targetElement = document.getElementById(‘targetElement’);</a:t>
            </a:r>
          </a:p>
          <a:p>
            <a:r>
              <a:rPr lang="en-US" sz="2400" dirty="0">
                <a:latin typeface="Bell MT "/>
              </a:rPr>
              <a:t>targetElement.dispatchEvent(customEvent);</a:t>
            </a:r>
          </a:p>
          <a:p>
            <a:endParaRPr lang="en-US" sz="2400" dirty="0">
              <a:latin typeface="Bell MT "/>
            </a:endParaRPr>
          </a:p>
          <a:p>
            <a:r>
              <a:rPr lang="en-US" sz="2400" dirty="0">
                <a:latin typeface="Bell MT "/>
              </a:rPr>
              <a:t>Explanation: </a:t>
            </a:r>
          </a:p>
          <a:p>
            <a:r>
              <a:rPr lang="en-GB" sz="2400" dirty="0">
                <a:latin typeface="Bell MT "/>
              </a:rPr>
              <a:t>=&gt; We first initialize a new event object named customEvent using the Event() constructor.</a:t>
            </a:r>
          </a:p>
          <a:p>
            <a:r>
              <a:rPr lang="en-GB" sz="2400" dirty="0">
                <a:latin typeface="Bell MT "/>
              </a:rPr>
              <a:t>=&gt; Then, we configure the event object by calling the initEvent() method, specifying the event type (‘customEventType’) and additional options (e.g., whether the event bubbles and is cancelable).</a:t>
            </a:r>
          </a:p>
          <a:p>
            <a:r>
              <a:rPr lang="en-GB" sz="2400" dirty="0">
                <a:latin typeface="Bell MT "/>
              </a:rPr>
              <a:t>=&gt; Finally, we dispatch the custom event on a target element with the ID ‘targetElement’ using the dispatchEvent() method.</a:t>
            </a:r>
            <a:endParaRPr lang="en-US" sz="2400" dirty="0">
              <a:latin typeface="Bell MT "/>
            </a:endParaRPr>
          </a:p>
        </p:txBody>
      </p:sp>
    </p:spTree>
    <p:extLst>
      <p:ext uri="{BB962C8B-B14F-4D97-AF65-F5344CB8AC3E}">
        <p14:creationId xmlns:p14="http://schemas.microsoft.com/office/powerpoint/2010/main" val="42284787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82A65-7DA5-911E-ABB0-045319831AAF}"/>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ABC4822F-29CB-F41B-42EF-C4AE8F7B6129}"/>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584F0939-6A5D-3050-87A5-5D772991E6C4}"/>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3DBC0788-8757-230F-1E96-00F331A21FEE}"/>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615D7035-0F31-EF61-E731-985BEAF7125C}"/>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B4FFA6E8-CC49-306F-020D-FF1857E3F875}"/>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CE80122E-3506-5C2F-F104-489CB6456DEC}"/>
              </a:ext>
            </a:extLst>
          </p:cNvPr>
          <p:cNvSpPr/>
          <p:nvPr/>
        </p:nvSpPr>
        <p:spPr>
          <a:xfrm>
            <a:off x="243840" y="221274"/>
            <a:ext cx="9449575" cy="707886"/>
          </a:xfrm>
          <a:prstGeom prst="rect">
            <a:avLst/>
          </a:prstGeom>
        </p:spPr>
        <p:txBody>
          <a:bodyPr wrap="none">
            <a:spAutoFit/>
          </a:bodyPr>
          <a:lstStyle/>
          <a:p>
            <a:r>
              <a:rPr lang="en-GB" sz="4000" b="1" dirty="0">
                <a:solidFill>
                  <a:srgbClr val="7030A0"/>
                </a:solidFill>
                <a:latin typeface="Gill Sans MT" panose="020B0502020104020203" pitchFamily="34" charset="0"/>
                <a:ea typeface="Verdana" panose="020B0604030504040204" pitchFamily="34" charset="0"/>
              </a:rPr>
              <a:t>How to Create an Event in JavaScript?</a:t>
            </a:r>
            <a:r>
              <a:rPr lang="en-IN" sz="4000" b="1" dirty="0">
                <a:solidFill>
                  <a:srgbClr val="7030A0"/>
                </a:solidFill>
                <a:latin typeface="Gill Sans MT" panose="020B0502020104020203" pitchFamily="34" charset="0"/>
                <a:ea typeface="Verdana" panose="020B0604030504040204" pitchFamily="34" charset="0"/>
              </a:rPr>
              <a:t> </a:t>
            </a:r>
            <a:endParaRPr lang="en-IN" sz="4000" dirty="0">
              <a:solidFill>
                <a:srgbClr val="7030A0"/>
              </a:solidFill>
              <a:latin typeface="Gill Sans MT" panose="020B0502020104020203" pitchFamily="34" charset="0"/>
            </a:endParaRPr>
          </a:p>
        </p:txBody>
      </p:sp>
      <p:sp>
        <p:nvSpPr>
          <p:cNvPr id="2" name="AutoShape 2" descr="Events in JavaScript">
            <a:extLst>
              <a:ext uri="{FF2B5EF4-FFF2-40B4-BE49-F238E27FC236}">
                <a16:creationId xmlns:a16="http://schemas.microsoft.com/office/drawing/2014/main" id="{C149B186-B38B-877E-0185-EFD5EFD9D443}"/>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Events in JavaScript">
            <a:extLst>
              <a:ext uri="{FF2B5EF4-FFF2-40B4-BE49-F238E27FC236}">
                <a16:creationId xmlns:a16="http://schemas.microsoft.com/office/drawing/2014/main" id="{25AA0DF5-F867-E527-D043-33DC6987AB5F}"/>
              </a:ext>
            </a:extLst>
          </p:cNvPr>
          <p:cNvSpPr>
            <a:spLocks noChangeAspect="1" noChangeArrowheads="1"/>
          </p:cNvSpPr>
          <p:nvPr/>
        </p:nvSpPr>
        <p:spPr bwMode="auto">
          <a:xfrm>
            <a:off x="1644650" y="1149350"/>
            <a:ext cx="11430000" cy="5981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19DE662B-FE8A-A68D-66A0-5993E8305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452" y="1150098"/>
            <a:ext cx="11428571" cy="5980952"/>
          </a:xfrm>
          <a:prstGeom prst="rect">
            <a:avLst/>
          </a:prstGeom>
        </p:spPr>
      </p:pic>
    </p:spTree>
    <p:extLst>
      <p:ext uri="{BB962C8B-B14F-4D97-AF65-F5344CB8AC3E}">
        <p14:creationId xmlns:p14="http://schemas.microsoft.com/office/powerpoint/2010/main" val="5933559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AB530-FA83-2E90-AF75-892491AE09D5}"/>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BAD97E24-22CC-72C0-1DDC-A6657E41F1BA}"/>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52AA9764-77F9-A8DC-352B-C6444CFD4356}"/>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D54B1075-925C-CFBA-6F8A-DDFFE1660834}"/>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919A73F7-BE53-1E7A-32C3-E739A043249D}"/>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0DCDE261-9633-F177-E992-F20C86DEA265}"/>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47ABAD21-B0EC-55DA-9FB8-942FBE6E4984}"/>
              </a:ext>
            </a:extLst>
          </p:cNvPr>
          <p:cNvSpPr/>
          <p:nvPr/>
        </p:nvSpPr>
        <p:spPr>
          <a:xfrm>
            <a:off x="243840" y="221274"/>
            <a:ext cx="7001276" cy="707886"/>
          </a:xfrm>
          <a:prstGeom prst="rect">
            <a:avLst/>
          </a:prstGeom>
        </p:spPr>
        <p:txBody>
          <a:bodyPr wrap="none">
            <a:spAutoFit/>
          </a:bodyPr>
          <a:lstStyle/>
          <a:p>
            <a:r>
              <a:rPr lang="en-GB" sz="4000" b="1" dirty="0">
                <a:solidFill>
                  <a:srgbClr val="7030A0"/>
                </a:solidFill>
                <a:latin typeface="Gill Sans MT" panose="020B0502020104020203" pitchFamily="34" charset="0"/>
                <a:ea typeface="Verdana" panose="020B0604030504040204" pitchFamily="34" charset="0"/>
              </a:rPr>
              <a:t>Types of Events in JavaScript</a:t>
            </a:r>
          </a:p>
        </p:txBody>
      </p:sp>
      <p:sp>
        <p:nvSpPr>
          <p:cNvPr id="2" name="AutoShape 2" descr="Events in JavaScript">
            <a:extLst>
              <a:ext uri="{FF2B5EF4-FFF2-40B4-BE49-F238E27FC236}">
                <a16:creationId xmlns:a16="http://schemas.microsoft.com/office/drawing/2014/main" id="{4939C871-18F4-770D-75C8-A44C16624BFE}"/>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Events in JavaScript">
            <a:extLst>
              <a:ext uri="{FF2B5EF4-FFF2-40B4-BE49-F238E27FC236}">
                <a16:creationId xmlns:a16="http://schemas.microsoft.com/office/drawing/2014/main" id="{269D1A2C-9008-D0A6-E3DE-2FB532175094}"/>
              </a:ext>
            </a:extLst>
          </p:cNvPr>
          <p:cNvSpPr>
            <a:spLocks noChangeAspect="1" noChangeArrowheads="1"/>
          </p:cNvSpPr>
          <p:nvPr/>
        </p:nvSpPr>
        <p:spPr bwMode="auto">
          <a:xfrm>
            <a:off x="1644650" y="1149350"/>
            <a:ext cx="11430000" cy="5981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a:extLst>
              <a:ext uri="{FF2B5EF4-FFF2-40B4-BE49-F238E27FC236}">
                <a16:creationId xmlns:a16="http://schemas.microsoft.com/office/drawing/2014/main" id="{9E19F0AF-5ACE-31C0-0B64-0678FB6F6C4D}"/>
              </a:ext>
            </a:extLst>
          </p:cNvPr>
          <p:cNvSpPr/>
          <p:nvPr/>
        </p:nvSpPr>
        <p:spPr>
          <a:xfrm>
            <a:off x="393030" y="1008512"/>
            <a:ext cx="13886849" cy="6740307"/>
          </a:xfrm>
          <a:prstGeom prst="rect">
            <a:avLst/>
          </a:prstGeom>
        </p:spPr>
        <p:txBody>
          <a:bodyPr wrap="square">
            <a:spAutoFit/>
          </a:bodyPr>
          <a:lstStyle/>
          <a:p>
            <a:r>
              <a:rPr lang="en-GB" sz="2400" dirty="0">
                <a:latin typeface="Bell MT "/>
              </a:rPr>
              <a:t>The various types of events in JavaScript are as follows:</a:t>
            </a:r>
          </a:p>
          <a:p>
            <a:endParaRPr lang="en-GB" sz="2400" dirty="0">
              <a:latin typeface="Bell MT "/>
            </a:endParaRPr>
          </a:p>
          <a:p>
            <a:r>
              <a:rPr lang="en-GB" sz="2400" b="1" dirty="0">
                <a:latin typeface="Bell MT "/>
              </a:rPr>
              <a:t>A. Onclick Event</a:t>
            </a:r>
          </a:p>
          <a:p>
            <a:r>
              <a:rPr lang="en-GB" sz="2400" dirty="0">
                <a:latin typeface="Bell MT "/>
              </a:rPr>
              <a:t>The onclick event occurs when a user clicks on an HTML element. It’s one of the most commonly used events in JavaScript.</a:t>
            </a:r>
          </a:p>
          <a:p>
            <a:endParaRPr lang="en-GB" sz="2400" dirty="0">
              <a:latin typeface="Bell MT "/>
            </a:endParaRPr>
          </a:p>
          <a:p>
            <a:r>
              <a:rPr lang="en-GB" sz="2400" dirty="0">
                <a:latin typeface="Bell MT "/>
              </a:rPr>
              <a:t>Example: </a:t>
            </a:r>
          </a:p>
          <a:p>
            <a:r>
              <a:rPr lang="en-GB" sz="2400" dirty="0">
                <a:latin typeface="Bell MT "/>
              </a:rPr>
              <a:t>&lt;button onclick=”alert(‘Button clicked!’)”&gt;Click me&lt;/button&gt;</a:t>
            </a:r>
          </a:p>
          <a:p>
            <a:endParaRPr lang="en-GB" sz="2400" dirty="0">
              <a:latin typeface="Bell MT "/>
            </a:endParaRPr>
          </a:p>
          <a:p>
            <a:r>
              <a:rPr lang="en-GB" sz="2400" b="1" dirty="0">
                <a:latin typeface="Bell MT "/>
              </a:rPr>
              <a:t>B. Onekeyup Event</a:t>
            </a:r>
          </a:p>
          <a:p>
            <a:r>
              <a:rPr lang="en-GB" sz="2400" dirty="0">
                <a:latin typeface="Bell MT "/>
              </a:rPr>
              <a:t>The onekeyup event triggers when a user releases a key after pressing it down. It’s useful for capturing user input from keyboard interactions.</a:t>
            </a:r>
          </a:p>
          <a:p>
            <a:endParaRPr lang="en-GB" sz="2400" dirty="0">
              <a:latin typeface="Bell MT "/>
            </a:endParaRPr>
          </a:p>
          <a:p>
            <a:r>
              <a:rPr lang="en-GB" sz="2400" dirty="0">
                <a:latin typeface="Bell MT "/>
              </a:rPr>
              <a:t>Example:</a:t>
            </a:r>
          </a:p>
          <a:p>
            <a:r>
              <a:rPr lang="en-GB" sz="2400" dirty="0">
                <a:latin typeface="Bell MT "/>
              </a:rPr>
              <a:t>document.getElementById(‘searchInput’).addEventListener(‘</a:t>
            </a:r>
            <a:r>
              <a:rPr lang="en-GB" sz="2400" dirty="0" err="1">
                <a:latin typeface="Bell MT "/>
              </a:rPr>
              <a:t>keyup</a:t>
            </a:r>
            <a:r>
              <a:rPr lang="en-GB" sz="2400" dirty="0">
                <a:latin typeface="Bell MT "/>
              </a:rPr>
              <a:t>’, function(event) {</a:t>
            </a:r>
          </a:p>
          <a:p>
            <a:r>
              <a:rPr lang="en-GB" sz="2400" dirty="0">
                <a:latin typeface="Bell MT "/>
              </a:rPr>
              <a:t>    console.log(‘Key released:’, event.key);</a:t>
            </a:r>
          </a:p>
          <a:p>
            <a:r>
              <a:rPr lang="en-GB" sz="2400" dirty="0">
                <a:latin typeface="Bell MT "/>
              </a:rPr>
              <a:t>    // Perform search operation or other actions based on user input</a:t>
            </a:r>
          </a:p>
          <a:p>
            <a:r>
              <a:rPr lang="en-GB" sz="2400" dirty="0">
                <a:latin typeface="Bell MT "/>
              </a:rPr>
              <a:t>});</a:t>
            </a:r>
            <a:endParaRPr lang="en-US" sz="2400" dirty="0">
              <a:latin typeface="Bell MT "/>
            </a:endParaRPr>
          </a:p>
        </p:txBody>
      </p:sp>
    </p:spTree>
    <p:extLst>
      <p:ext uri="{BB962C8B-B14F-4D97-AF65-F5344CB8AC3E}">
        <p14:creationId xmlns:p14="http://schemas.microsoft.com/office/powerpoint/2010/main" val="11830502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E0AF1-4E7C-4025-3EEC-2C537EB5DE74}"/>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D41FC1B2-A990-0CC0-D6B5-755C1FC97B43}"/>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279BFBD7-0A23-849A-B135-3BF1204D0967}"/>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EF3C0429-FF15-CDDA-13C9-549581954593}"/>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C50DB369-9526-2200-1054-C0F05E11C628}"/>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1C7202A9-7918-182D-3299-2E97B33B6074}"/>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7649D61E-33A1-46B5-D099-4213ADA6B36A}"/>
              </a:ext>
            </a:extLst>
          </p:cNvPr>
          <p:cNvSpPr/>
          <p:nvPr/>
        </p:nvSpPr>
        <p:spPr>
          <a:xfrm>
            <a:off x="243840" y="221274"/>
            <a:ext cx="7001276" cy="707886"/>
          </a:xfrm>
          <a:prstGeom prst="rect">
            <a:avLst/>
          </a:prstGeom>
        </p:spPr>
        <p:txBody>
          <a:bodyPr wrap="none">
            <a:spAutoFit/>
          </a:bodyPr>
          <a:lstStyle/>
          <a:p>
            <a:r>
              <a:rPr lang="en-GB" sz="4000" b="1" dirty="0">
                <a:solidFill>
                  <a:srgbClr val="7030A0"/>
                </a:solidFill>
                <a:latin typeface="Gill Sans MT" panose="020B0502020104020203" pitchFamily="34" charset="0"/>
                <a:ea typeface="Verdana" panose="020B0604030504040204" pitchFamily="34" charset="0"/>
              </a:rPr>
              <a:t>Types of Events in JavaScript</a:t>
            </a:r>
          </a:p>
        </p:txBody>
      </p:sp>
      <p:sp>
        <p:nvSpPr>
          <p:cNvPr id="2" name="AutoShape 2" descr="Events in JavaScript">
            <a:extLst>
              <a:ext uri="{FF2B5EF4-FFF2-40B4-BE49-F238E27FC236}">
                <a16:creationId xmlns:a16="http://schemas.microsoft.com/office/drawing/2014/main" id="{306B4B91-2DB6-AB95-67F7-688ACA5D2759}"/>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Events in JavaScript">
            <a:extLst>
              <a:ext uri="{FF2B5EF4-FFF2-40B4-BE49-F238E27FC236}">
                <a16:creationId xmlns:a16="http://schemas.microsoft.com/office/drawing/2014/main" id="{AD1531A7-26BA-D407-13E0-BE9324099882}"/>
              </a:ext>
            </a:extLst>
          </p:cNvPr>
          <p:cNvSpPr>
            <a:spLocks noChangeAspect="1" noChangeArrowheads="1"/>
          </p:cNvSpPr>
          <p:nvPr/>
        </p:nvSpPr>
        <p:spPr bwMode="auto">
          <a:xfrm>
            <a:off x="1644650" y="1149350"/>
            <a:ext cx="11430000" cy="5981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a:extLst>
              <a:ext uri="{FF2B5EF4-FFF2-40B4-BE49-F238E27FC236}">
                <a16:creationId xmlns:a16="http://schemas.microsoft.com/office/drawing/2014/main" id="{28246EC5-A85A-E4B5-B440-45EA1532F1D0}"/>
              </a:ext>
            </a:extLst>
          </p:cNvPr>
          <p:cNvSpPr/>
          <p:nvPr/>
        </p:nvSpPr>
        <p:spPr>
          <a:xfrm>
            <a:off x="0" y="1149350"/>
            <a:ext cx="14720888" cy="7478970"/>
          </a:xfrm>
          <a:prstGeom prst="rect">
            <a:avLst/>
          </a:prstGeom>
        </p:spPr>
        <p:txBody>
          <a:bodyPr wrap="square">
            <a:spAutoFit/>
          </a:bodyPr>
          <a:lstStyle/>
          <a:p>
            <a:r>
              <a:rPr lang="en-US" sz="2400" b="1" dirty="0">
                <a:latin typeface="Bell MT "/>
              </a:rPr>
              <a:t>C. Onmouseover Event</a:t>
            </a:r>
          </a:p>
          <a:p>
            <a:r>
              <a:rPr lang="en-US" sz="2400" dirty="0">
                <a:latin typeface="Bell MT "/>
              </a:rPr>
              <a:t>The onmouseover event occurs when the mouse pointer moves onto an element, triggering an action.</a:t>
            </a:r>
          </a:p>
          <a:p>
            <a:r>
              <a:rPr lang="en-US" sz="2400" dirty="0">
                <a:latin typeface="Bell MT "/>
              </a:rPr>
              <a:t>Example:</a:t>
            </a:r>
          </a:p>
          <a:p>
            <a:r>
              <a:rPr lang="en-US" sz="2400" dirty="0">
                <a:latin typeface="Bell MT "/>
              </a:rPr>
              <a:t>&lt;img src=”image.jpg” onmouseover=”showTooltip(‘Hover over me!’)” onmouseout=”hideTooltip()”&gt;</a:t>
            </a:r>
          </a:p>
          <a:p>
            <a:endParaRPr lang="en-US" sz="2400" dirty="0">
              <a:latin typeface="Bell MT "/>
            </a:endParaRPr>
          </a:p>
          <a:p>
            <a:r>
              <a:rPr lang="en-US" sz="2400" b="1" dirty="0">
                <a:latin typeface="Bell MT "/>
              </a:rPr>
              <a:t>D. Onload Event</a:t>
            </a:r>
          </a:p>
          <a:p>
            <a:r>
              <a:rPr lang="en-US" sz="2400" dirty="0">
                <a:latin typeface="Bell MT "/>
              </a:rPr>
              <a:t>The onload event is fired when a web page or an element has finished loading completely.</a:t>
            </a:r>
          </a:p>
          <a:p>
            <a:r>
              <a:rPr lang="en-US" sz="2400" dirty="0">
                <a:latin typeface="Bell MT "/>
              </a:rPr>
              <a:t>Example:</a:t>
            </a:r>
          </a:p>
          <a:p>
            <a:r>
              <a:rPr lang="en-US" sz="2400" dirty="0">
                <a:latin typeface="Bell MT "/>
              </a:rPr>
              <a:t>window.onload = function() {</a:t>
            </a:r>
          </a:p>
          <a:p>
            <a:r>
              <a:rPr lang="en-US" sz="2400" dirty="0">
                <a:latin typeface="Bell MT "/>
              </a:rPr>
              <a:t>    console.log(‘Page loaded’);</a:t>
            </a:r>
          </a:p>
          <a:p>
            <a:r>
              <a:rPr lang="en-US" sz="2400" dirty="0">
                <a:latin typeface="Bell MT "/>
              </a:rPr>
              <a:t>    // Initialize page content or perform other actions</a:t>
            </a:r>
          </a:p>
          <a:p>
            <a:r>
              <a:rPr lang="en-US" sz="2400" dirty="0">
                <a:latin typeface="Bell MT "/>
              </a:rPr>
              <a:t>};</a:t>
            </a:r>
          </a:p>
          <a:p>
            <a:r>
              <a:rPr lang="en-US" sz="2400" b="1" dirty="0">
                <a:latin typeface="Bell MT "/>
              </a:rPr>
              <a:t>E. Onfocus Event</a:t>
            </a:r>
          </a:p>
          <a:p>
            <a:r>
              <a:rPr lang="en-US" sz="2400" dirty="0">
                <a:latin typeface="Bell MT "/>
              </a:rPr>
              <a:t>The onfocus event is triggered when an element gains focus, typically through user interaction like tabbing or clicking.</a:t>
            </a:r>
          </a:p>
          <a:p>
            <a:endParaRPr lang="en-US" sz="2400" dirty="0">
              <a:latin typeface="Bell MT "/>
            </a:endParaRPr>
          </a:p>
          <a:p>
            <a:r>
              <a:rPr lang="en-US" sz="2400" dirty="0">
                <a:latin typeface="Bell MT "/>
              </a:rPr>
              <a:t>Example:</a:t>
            </a:r>
          </a:p>
          <a:p>
            <a:r>
              <a:rPr lang="en-US" sz="2400" dirty="0">
                <a:latin typeface="Bell MT "/>
              </a:rPr>
              <a:t>&lt;input type=”text” onfocus=”this.style.backgroundColor=’</a:t>
            </a:r>
            <a:r>
              <a:rPr lang="en-US" sz="2400" dirty="0" err="1">
                <a:latin typeface="Bell MT "/>
              </a:rPr>
              <a:t>lightblue</a:t>
            </a:r>
            <a:r>
              <a:rPr lang="en-US" sz="2400" dirty="0">
                <a:latin typeface="Bell MT "/>
              </a:rPr>
              <a:t>'” </a:t>
            </a:r>
            <a:r>
              <a:rPr lang="en-US" sz="2400" dirty="0" err="1">
                <a:latin typeface="Bell MT "/>
              </a:rPr>
              <a:t>onblur</a:t>
            </a:r>
            <a:r>
              <a:rPr lang="en-US" sz="2400" dirty="0">
                <a:latin typeface="Bell MT "/>
              </a:rPr>
              <a:t>=”this.style.backgroundColor=’white'”&gt;</a:t>
            </a:r>
          </a:p>
          <a:p>
            <a:endParaRPr lang="en-US" sz="2400" dirty="0">
              <a:latin typeface="Bell MT "/>
            </a:endParaRPr>
          </a:p>
        </p:txBody>
      </p:sp>
    </p:spTree>
    <p:extLst>
      <p:ext uri="{BB962C8B-B14F-4D97-AF65-F5344CB8AC3E}">
        <p14:creationId xmlns:p14="http://schemas.microsoft.com/office/powerpoint/2010/main" val="3182920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41CF-8D1B-C357-F9FE-65B461DF52F3}"/>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35D133AD-6381-AA5F-B048-619137C61DDE}"/>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1CC4207B-4273-BA60-7702-BEF7A785F50F}"/>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CA8D355F-A2DB-CDE2-8891-70FDA05DFE98}"/>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6148DCF7-7BBE-71C0-1E3A-07187D8DC893}"/>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0E577747-D066-01D4-AE41-BDC75FE65F17}"/>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2F9A4919-B4E4-1CC0-4C93-D15D21B96F5D}"/>
              </a:ext>
            </a:extLst>
          </p:cNvPr>
          <p:cNvSpPr/>
          <p:nvPr/>
        </p:nvSpPr>
        <p:spPr>
          <a:xfrm>
            <a:off x="243840" y="190808"/>
            <a:ext cx="5872698"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JavaScript Event Phases</a:t>
            </a:r>
          </a:p>
        </p:txBody>
      </p:sp>
      <p:sp>
        <p:nvSpPr>
          <p:cNvPr id="2" name="AutoShape 2" descr="Events in JavaScript">
            <a:extLst>
              <a:ext uri="{FF2B5EF4-FFF2-40B4-BE49-F238E27FC236}">
                <a16:creationId xmlns:a16="http://schemas.microsoft.com/office/drawing/2014/main" id="{5855A02D-A594-06AC-C8C2-1164D52EA7E1}"/>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a:extLst>
              <a:ext uri="{FF2B5EF4-FFF2-40B4-BE49-F238E27FC236}">
                <a16:creationId xmlns:a16="http://schemas.microsoft.com/office/drawing/2014/main" id="{87F633E3-4745-D1AB-4843-6AA6464C7148}"/>
              </a:ext>
            </a:extLst>
          </p:cNvPr>
          <p:cNvSpPr/>
          <p:nvPr/>
        </p:nvSpPr>
        <p:spPr>
          <a:xfrm>
            <a:off x="393031" y="1313310"/>
            <a:ext cx="12405360" cy="1200329"/>
          </a:xfrm>
          <a:prstGeom prst="rect">
            <a:avLst/>
          </a:prstGeom>
        </p:spPr>
        <p:txBody>
          <a:bodyPr wrap="square">
            <a:spAutoFit/>
          </a:bodyPr>
          <a:lstStyle/>
          <a:p>
            <a:r>
              <a:rPr lang="en-GB" sz="2400" dirty="0">
                <a:latin typeface="Bell MT "/>
              </a:rPr>
              <a:t>1. Event Capturing</a:t>
            </a:r>
          </a:p>
          <a:p>
            <a:r>
              <a:rPr lang="en-GB" sz="2400" dirty="0">
                <a:latin typeface="Bell MT "/>
              </a:rPr>
              <a:t>2. Event Targeting</a:t>
            </a:r>
          </a:p>
          <a:p>
            <a:r>
              <a:rPr lang="en-GB" sz="2400" dirty="0">
                <a:latin typeface="Bell MT "/>
              </a:rPr>
              <a:t>3. Event Bubbling</a:t>
            </a:r>
            <a:endParaRPr lang="en-US" sz="2400" dirty="0">
              <a:latin typeface="Bell MT "/>
            </a:endParaRPr>
          </a:p>
        </p:txBody>
      </p:sp>
    </p:spTree>
    <p:extLst>
      <p:ext uri="{BB962C8B-B14F-4D97-AF65-F5344CB8AC3E}">
        <p14:creationId xmlns:p14="http://schemas.microsoft.com/office/powerpoint/2010/main" val="425501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730D3-0E74-8110-780D-ADB7B37E4308}"/>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6E9BE08F-5756-FCA8-7004-8BA4BD65DD53}"/>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E18F9DF0-72C0-F7C1-A3B7-F98F602660ED}"/>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A0EAAF58-6CD6-F72A-05F0-490F937A4A22}"/>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841A3DA7-CA3A-F689-E81D-1DC841147311}"/>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BBFF95EE-56C3-B7B8-FD0B-E6382B8C2E71}"/>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B9496EC1-CE18-9F36-99B2-F46F630AA0AA}"/>
              </a:ext>
            </a:extLst>
          </p:cNvPr>
          <p:cNvSpPr/>
          <p:nvPr/>
        </p:nvSpPr>
        <p:spPr>
          <a:xfrm>
            <a:off x="243840" y="190808"/>
            <a:ext cx="4627292"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1. Event Capturing</a:t>
            </a:r>
          </a:p>
        </p:txBody>
      </p:sp>
      <p:sp>
        <p:nvSpPr>
          <p:cNvPr id="2" name="AutoShape 2" descr="Events in JavaScript">
            <a:extLst>
              <a:ext uri="{FF2B5EF4-FFF2-40B4-BE49-F238E27FC236}">
                <a16:creationId xmlns:a16="http://schemas.microsoft.com/office/drawing/2014/main" id="{1B60B546-CACF-732C-430E-DE867E66AE4A}"/>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a:extLst>
              <a:ext uri="{FF2B5EF4-FFF2-40B4-BE49-F238E27FC236}">
                <a16:creationId xmlns:a16="http://schemas.microsoft.com/office/drawing/2014/main" id="{03AB44EE-419C-6418-29D9-A41541367D54}"/>
              </a:ext>
            </a:extLst>
          </p:cNvPr>
          <p:cNvSpPr/>
          <p:nvPr/>
        </p:nvSpPr>
        <p:spPr>
          <a:xfrm>
            <a:off x="393030" y="1313310"/>
            <a:ext cx="13886849" cy="3785652"/>
          </a:xfrm>
          <a:prstGeom prst="rect">
            <a:avLst/>
          </a:prstGeom>
        </p:spPr>
        <p:txBody>
          <a:bodyPr wrap="square">
            <a:spAutoFit/>
          </a:bodyPr>
          <a:lstStyle/>
          <a:p>
            <a:r>
              <a:rPr lang="en-GB" sz="2400" b="1" dirty="0">
                <a:latin typeface="Bell MT "/>
              </a:rPr>
              <a:t>Definition: </a:t>
            </a:r>
            <a:r>
              <a:rPr lang="en-GB" sz="2400" dirty="0">
                <a:latin typeface="Bell MT "/>
              </a:rPr>
              <a:t>Event capturing is the first phase in the event flow process where the event is captured or detected at the highest level of the DOM hierarchy and then propagates down to the target element. </a:t>
            </a:r>
          </a:p>
          <a:p>
            <a:endParaRPr lang="en-GB" sz="2400" dirty="0">
              <a:latin typeface="Bell MT "/>
            </a:endParaRPr>
          </a:p>
          <a:p>
            <a:r>
              <a:rPr lang="en-GB" sz="2400" dirty="0">
                <a:latin typeface="Bell MT "/>
              </a:rPr>
              <a:t>Event capturing allows developers to intercept events before they reach their target, enabling global event handling and delegation. </a:t>
            </a:r>
          </a:p>
          <a:p>
            <a:endParaRPr lang="en-GB" sz="2400" dirty="0">
              <a:latin typeface="Bell MT "/>
            </a:endParaRPr>
          </a:p>
          <a:p>
            <a:r>
              <a:rPr lang="en-GB" sz="2400" dirty="0">
                <a:latin typeface="Bell MT "/>
              </a:rPr>
              <a:t>Practical use cases include implementing event delegation, validating user input, and applying consistent event handling across multiple elements.</a:t>
            </a:r>
          </a:p>
          <a:p>
            <a:endParaRPr lang="en-GB" sz="2400" dirty="0">
              <a:latin typeface="Bell MT "/>
            </a:endParaRPr>
          </a:p>
          <a:p>
            <a:endParaRPr lang="en-US" sz="2400" dirty="0">
              <a:latin typeface="Bell MT "/>
            </a:endParaRPr>
          </a:p>
        </p:txBody>
      </p:sp>
    </p:spTree>
    <p:extLst>
      <p:ext uri="{BB962C8B-B14F-4D97-AF65-F5344CB8AC3E}">
        <p14:creationId xmlns:p14="http://schemas.microsoft.com/office/powerpoint/2010/main" val="3257293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52539-26C4-65E9-068F-CC6C8B67E00A}"/>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0D756EDE-F8C2-A222-3373-C08502452FEB}"/>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FDFA52DA-EB59-9C9E-7797-748520E1156B}"/>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B70EC0D2-65CB-0D9D-43C1-F8A33F4AF02A}"/>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0DF43A28-3B1D-87E9-81C0-213D706F9704}"/>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CB0177EF-1D9C-ECBC-2346-5F8D38B67FC8}"/>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30F9A4F3-7DF7-BDF1-C912-E53392041589}"/>
              </a:ext>
            </a:extLst>
          </p:cNvPr>
          <p:cNvSpPr/>
          <p:nvPr/>
        </p:nvSpPr>
        <p:spPr>
          <a:xfrm>
            <a:off x="243840" y="190808"/>
            <a:ext cx="4627292"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1. Event Capturing</a:t>
            </a:r>
          </a:p>
        </p:txBody>
      </p:sp>
      <p:sp>
        <p:nvSpPr>
          <p:cNvPr id="2" name="AutoShape 2" descr="Events in JavaScript">
            <a:extLst>
              <a:ext uri="{FF2B5EF4-FFF2-40B4-BE49-F238E27FC236}">
                <a16:creationId xmlns:a16="http://schemas.microsoft.com/office/drawing/2014/main" id="{DA92FBEE-DD07-D1AB-7BCD-1A0BE6A27498}"/>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Events in JavaScript">
            <a:extLst>
              <a:ext uri="{FF2B5EF4-FFF2-40B4-BE49-F238E27FC236}">
                <a16:creationId xmlns:a16="http://schemas.microsoft.com/office/drawing/2014/main" id="{9CB3F248-DBFF-BC98-196E-011BACD3CFBC}"/>
              </a:ext>
            </a:extLst>
          </p:cNvPr>
          <p:cNvSpPr>
            <a:spLocks noChangeAspect="1" noChangeArrowheads="1"/>
          </p:cNvSpPr>
          <p:nvPr/>
        </p:nvSpPr>
        <p:spPr bwMode="auto">
          <a:xfrm>
            <a:off x="1644650" y="1149350"/>
            <a:ext cx="11430000" cy="5981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E3F88157-B021-A127-0111-243F4891CC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782" y="1370287"/>
            <a:ext cx="11428571" cy="5980952"/>
          </a:xfrm>
          <a:prstGeom prst="rect">
            <a:avLst/>
          </a:prstGeom>
        </p:spPr>
      </p:pic>
    </p:spTree>
    <p:extLst>
      <p:ext uri="{BB962C8B-B14F-4D97-AF65-F5344CB8AC3E}">
        <p14:creationId xmlns:p14="http://schemas.microsoft.com/office/powerpoint/2010/main" val="15492024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D55F4-8E21-A1B7-988F-2D437ABE8133}"/>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BF2A9BE9-7E8F-0AAA-A98F-B58FA5CD797C}"/>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E0441FA6-CA2F-F09A-AA41-587DBFE06FF1}"/>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A9B239BB-B131-09D5-9150-59C11257E9C0}"/>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08E4779C-A540-B8A7-3C83-6332CE70A49E}"/>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DC32EABC-B504-3ED7-CED5-D07EF357CB7D}"/>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E8B1F3DD-5200-4F38-110C-AB0D0A2053DB}"/>
              </a:ext>
            </a:extLst>
          </p:cNvPr>
          <p:cNvSpPr/>
          <p:nvPr/>
        </p:nvSpPr>
        <p:spPr>
          <a:xfrm>
            <a:off x="243840" y="190808"/>
            <a:ext cx="4410053"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2. Event Targeting</a:t>
            </a:r>
          </a:p>
        </p:txBody>
      </p:sp>
      <p:sp>
        <p:nvSpPr>
          <p:cNvPr id="2" name="AutoShape 2" descr="Events in JavaScript">
            <a:extLst>
              <a:ext uri="{FF2B5EF4-FFF2-40B4-BE49-F238E27FC236}">
                <a16:creationId xmlns:a16="http://schemas.microsoft.com/office/drawing/2014/main" id="{B94AF4BF-8798-19E7-17CA-A7648BA2B6DE}"/>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a:extLst>
              <a:ext uri="{FF2B5EF4-FFF2-40B4-BE49-F238E27FC236}">
                <a16:creationId xmlns:a16="http://schemas.microsoft.com/office/drawing/2014/main" id="{6E6D1845-3D9D-26B5-EECE-F753598BD9B6}"/>
              </a:ext>
            </a:extLst>
          </p:cNvPr>
          <p:cNvSpPr/>
          <p:nvPr/>
        </p:nvSpPr>
        <p:spPr>
          <a:xfrm>
            <a:off x="393030" y="1313310"/>
            <a:ext cx="13886849" cy="1938992"/>
          </a:xfrm>
          <a:prstGeom prst="rect">
            <a:avLst/>
          </a:prstGeom>
        </p:spPr>
        <p:txBody>
          <a:bodyPr wrap="square">
            <a:spAutoFit/>
          </a:bodyPr>
          <a:lstStyle/>
          <a:p>
            <a:r>
              <a:rPr lang="en-GB" sz="2400" b="1" dirty="0">
                <a:latin typeface="Bell MT "/>
              </a:rPr>
              <a:t>Definition: </a:t>
            </a:r>
            <a:r>
              <a:rPr lang="en-GB" sz="2400" dirty="0">
                <a:latin typeface="Bell MT "/>
              </a:rPr>
              <a:t>Event targeting, also known as the “at target” phase, occurs when the event reaches the target element that triggered it. </a:t>
            </a:r>
          </a:p>
          <a:p>
            <a:endParaRPr lang="en-GB" sz="2400" dirty="0">
              <a:latin typeface="Bell MT "/>
            </a:endParaRPr>
          </a:p>
          <a:p>
            <a:r>
              <a:rPr lang="en-GB" sz="2400" dirty="0">
                <a:latin typeface="Bell MT "/>
              </a:rPr>
              <a:t>During the targeting phase, event handlers attached directly to the target element are executed, allowing for specific actions or behaviors to be applied based on the event.</a:t>
            </a:r>
          </a:p>
        </p:txBody>
      </p:sp>
    </p:spTree>
    <p:extLst>
      <p:ext uri="{BB962C8B-B14F-4D97-AF65-F5344CB8AC3E}">
        <p14:creationId xmlns:p14="http://schemas.microsoft.com/office/powerpoint/2010/main" val="8829018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82AE-09AE-0C83-F0E0-4E43E5B0BD61}"/>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1F3CF5F7-E752-5370-2C20-BEEB9D63BB3A}"/>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FD0A84FD-1808-71E9-6AC5-3C3FAC52FB64}"/>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49358EBA-68D5-E6C5-3654-89EFA9C97676}"/>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A5FCD6BA-751B-18DF-C84D-7FA06824E74C}"/>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2FD94EA3-943F-9546-324A-93F7F56AB60C}"/>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2213B877-4C11-A2D2-98B2-08690AB6CC1C}"/>
              </a:ext>
            </a:extLst>
          </p:cNvPr>
          <p:cNvSpPr/>
          <p:nvPr/>
        </p:nvSpPr>
        <p:spPr>
          <a:xfrm>
            <a:off x="243840" y="190808"/>
            <a:ext cx="4410053"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2. Event Targeting</a:t>
            </a:r>
          </a:p>
        </p:txBody>
      </p:sp>
      <p:sp>
        <p:nvSpPr>
          <p:cNvPr id="2" name="AutoShape 2" descr="Events in JavaScript">
            <a:extLst>
              <a:ext uri="{FF2B5EF4-FFF2-40B4-BE49-F238E27FC236}">
                <a16:creationId xmlns:a16="http://schemas.microsoft.com/office/drawing/2014/main" id="{743E2896-FAD0-238C-A609-C64DE4E12EB8}"/>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Events in JavaScript">
            <a:extLst>
              <a:ext uri="{FF2B5EF4-FFF2-40B4-BE49-F238E27FC236}">
                <a16:creationId xmlns:a16="http://schemas.microsoft.com/office/drawing/2014/main" id="{8C7CF0F8-6317-AF17-8FA5-F5F3C25BBA4D}"/>
              </a:ext>
            </a:extLst>
          </p:cNvPr>
          <p:cNvSpPr>
            <a:spLocks noChangeAspect="1" noChangeArrowheads="1"/>
          </p:cNvSpPr>
          <p:nvPr/>
        </p:nvSpPr>
        <p:spPr bwMode="auto">
          <a:xfrm>
            <a:off x="1644650" y="1149350"/>
            <a:ext cx="11430000" cy="5981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9CD777DE-60A5-DD92-2A05-C0B7BAE5B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452" y="1297075"/>
            <a:ext cx="11428571" cy="5980952"/>
          </a:xfrm>
          <a:prstGeom prst="rect">
            <a:avLst/>
          </a:prstGeom>
        </p:spPr>
      </p:pic>
    </p:spTree>
    <p:extLst>
      <p:ext uri="{BB962C8B-B14F-4D97-AF65-F5344CB8AC3E}">
        <p14:creationId xmlns:p14="http://schemas.microsoft.com/office/powerpoint/2010/main" val="1635546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05DB-8D6A-FF4A-0619-FF3B2903C3F9}"/>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AD40A390-6BF5-EAEF-55E8-7EC34F2ADEA8}"/>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82ACA145-359D-6959-B897-D340175192B4}"/>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4C3C9902-2911-A6FA-B73E-AF3B1ACF0D75}"/>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CEEA753C-CCBA-27B9-4852-3183F6638160}"/>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DF803E7E-A006-7BCB-B098-C14532094029}"/>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21E4EEA5-F5A5-DEC0-6306-910EF4216129}"/>
              </a:ext>
            </a:extLst>
          </p:cNvPr>
          <p:cNvSpPr/>
          <p:nvPr/>
        </p:nvSpPr>
        <p:spPr>
          <a:xfrm>
            <a:off x="243840" y="190808"/>
            <a:ext cx="4312912"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3. Event Bubbling</a:t>
            </a:r>
          </a:p>
        </p:txBody>
      </p:sp>
      <p:sp>
        <p:nvSpPr>
          <p:cNvPr id="2" name="AutoShape 2" descr="Events in JavaScript">
            <a:extLst>
              <a:ext uri="{FF2B5EF4-FFF2-40B4-BE49-F238E27FC236}">
                <a16:creationId xmlns:a16="http://schemas.microsoft.com/office/drawing/2014/main" id="{81A72A8E-1400-5A45-160D-D4EC983AAB5D}"/>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a:extLst>
              <a:ext uri="{FF2B5EF4-FFF2-40B4-BE49-F238E27FC236}">
                <a16:creationId xmlns:a16="http://schemas.microsoft.com/office/drawing/2014/main" id="{44CE4068-2A6F-6F50-E7C5-B66533F51B8B}"/>
              </a:ext>
            </a:extLst>
          </p:cNvPr>
          <p:cNvSpPr/>
          <p:nvPr/>
        </p:nvSpPr>
        <p:spPr>
          <a:xfrm>
            <a:off x="393030" y="1313310"/>
            <a:ext cx="13886849" cy="3416320"/>
          </a:xfrm>
          <a:prstGeom prst="rect">
            <a:avLst/>
          </a:prstGeom>
        </p:spPr>
        <p:txBody>
          <a:bodyPr wrap="square">
            <a:spAutoFit/>
          </a:bodyPr>
          <a:lstStyle/>
          <a:p>
            <a:r>
              <a:rPr lang="en-GB" sz="2400" b="1" dirty="0">
                <a:latin typeface="Bell MT "/>
              </a:rPr>
              <a:t>Definition: </a:t>
            </a:r>
            <a:r>
              <a:rPr lang="en-GB" sz="2400" dirty="0">
                <a:latin typeface="Bell MT "/>
              </a:rPr>
              <a:t>Event bubbling is the final phase in the event flow process where the event, having been processed at the target element, propagates back up through the DOM hierarchy to the root element. </a:t>
            </a:r>
          </a:p>
          <a:p>
            <a:endParaRPr lang="en-GB" sz="2400" dirty="0">
              <a:latin typeface="Bell MT "/>
            </a:endParaRPr>
          </a:p>
          <a:p>
            <a:r>
              <a:rPr lang="en-GB" sz="2400" dirty="0">
                <a:latin typeface="Bell MT "/>
              </a:rPr>
              <a:t>Unlike event capturing, which starts from the top of the DOM tree and moves downward, event bubbling starts at the target element and moves upward. </a:t>
            </a:r>
          </a:p>
          <a:p>
            <a:endParaRPr lang="en-GB" sz="2400" dirty="0">
              <a:latin typeface="Bell MT "/>
            </a:endParaRPr>
          </a:p>
          <a:p>
            <a:r>
              <a:rPr lang="en-GB" sz="2400" dirty="0">
                <a:latin typeface="Bell MT "/>
              </a:rPr>
              <a:t>Practical implications include simplifying event handling by allowing for more concise code, enabling event delegation, and facilitating the creation of interactive components.</a:t>
            </a:r>
          </a:p>
          <a:p>
            <a:endParaRPr lang="en-GB" sz="2400" dirty="0">
              <a:latin typeface="Bell MT "/>
            </a:endParaRPr>
          </a:p>
        </p:txBody>
      </p:sp>
    </p:spTree>
    <p:extLst>
      <p:ext uri="{BB962C8B-B14F-4D97-AF65-F5344CB8AC3E}">
        <p14:creationId xmlns:p14="http://schemas.microsoft.com/office/powerpoint/2010/main" val="9859438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AF35D-22AF-7996-A184-F95AF33AC368}"/>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BBCB883C-7878-439D-AD2E-13771C7C3BEC}"/>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27FD9CDE-9D49-2E02-1FA6-9E7FF31C3FB4}"/>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4CCD80EF-4E26-71E9-19B6-ECBED4AD0E4C}"/>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76CB7ED5-5B4C-5CC6-D27A-C686E1E35A35}"/>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D6CAF00D-0354-90B7-53B7-1251227930B9}"/>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C2665690-8495-FDBE-3D73-D4DDE484D903}"/>
              </a:ext>
            </a:extLst>
          </p:cNvPr>
          <p:cNvSpPr/>
          <p:nvPr/>
        </p:nvSpPr>
        <p:spPr>
          <a:xfrm>
            <a:off x="243840" y="190808"/>
            <a:ext cx="4312912"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3. Event Bubbling</a:t>
            </a:r>
          </a:p>
        </p:txBody>
      </p:sp>
      <p:sp>
        <p:nvSpPr>
          <p:cNvPr id="2" name="AutoShape 2" descr="Events in JavaScript">
            <a:extLst>
              <a:ext uri="{FF2B5EF4-FFF2-40B4-BE49-F238E27FC236}">
                <a16:creationId xmlns:a16="http://schemas.microsoft.com/office/drawing/2014/main" id="{2CB67F9F-4CFD-2CD5-F2AF-8B57A4E6BB83}"/>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Events in JavaScript">
            <a:extLst>
              <a:ext uri="{FF2B5EF4-FFF2-40B4-BE49-F238E27FC236}">
                <a16:creationId xmlns:a16="http://schemas.microsoft.com/office/drawing/2014/main" id="{33378FDC-E586-4844-4473-0162B407AB43}"/>
              </a:ext>
            </a:extLst>
          </p:cNvPr>
          <p:cNvSpPr>
            <a:spLocks noChangeAspect="1" noChangeArrowheads="1"/>
          </p:cNvSpPr>
          <p:nvPr/>
        </p:nvSpPr>
        <p:spPr bwMode="auto">
          <a:xfrm>
            <a:off x="1644650" y="1149350"/>
            <a:ext cx="11430000" cy="5981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C7122C4C-F383-56E6-F631-E7C0D22108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452" y="1341899"/>
            <a:ext cx="11428571" cy="5980952"/>
          </a:xfrm>
          <a:prstGeom prst="rect">
            <a:avLst/>
          </a:prstGeom>
        </p:spPr>
      </p:pic>
    </p:spTree>
    <p:extLst>
      <p:ext uri="{BB962C8B-B14F-4D97-AF65-F5344CB8AC3E}">
        <p14:creationId xmlns:p14="http://schemas.microsoft.com/office/powerpoint/2010/main" val="1445206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descr="https://www.slideegg.com/image/catalog/71044-thank%20you%20ppt%20template-thank%20you.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720888" cy="8280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7303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05E4-8DF8-2F68-C118-AAAC6D16AB12}"/>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D5DD0118-50BA-4992-074C-A1A5E6073CB5}"/>
              </a:ext>
            </a:extLst>
          </p:cNvPr>
          <p:cNvGrpSpPr/>
          <p:nvPr/>
        </p:nvGrpSpPr>
        <p:grpSpPr>
          <a:xfrm>
            <a:off x="0" y="8128012"/>
            <a:ext cx="14720888" cy="166794"/>
            <a:chOff x="16042" y="5877061"/>
            <a:chExt cx="14720888" cy="1099600"/>
          </a:xfrm>
        </p:grpSpPr>
        <p:sp>
          <p:nvSpPr>
            <p:cNvPr id="21" name="Rectangle 20">
              <a:extLst>
                <a:ext uri="{FF2B5EF4-FFF2-40B4-BE49-F238E27FC236}">
                  <a16:creationId xmlns:a16="http://schemas.microsoft.com/office/drawing/2014/main" id="{7B9D1E4F-1A84-CB64-7FFD-B3497263F52E}"/>
                </a:ext>
              </a:extLst>
            </p:cNvPr>
            <p:cNvSpPr/>
            <p:nvPr/>
          </p:nvSpPr>
          <p:spPr>
            <a:xfrm>
              <a:off x="16042" y="5877061"/>
              <a:ext cx="4729797" cy="1099600"/>
            </a:xfrm>
            <a:prstGeom prst="rect">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2" name="Rectangle 21">
              <a:extLst>
                <a:ext uri="{FF2B5EF4-FFF2-40B4-BE49-F238E27FC236}">
                  <a16:creationId xmlns:a16="http://schemas.microsoft.com/office/drawing/2014/main" id="{A62ADBDB-E90E-C3D3-B66A-14B793CB7FFC}"/>
                </a:ext>
              </a:extLst>
            </p:cNvPr>
            <p:cNvSpPr/>
            <p:nvPr/>
          </p:nvSpPr>
          <p:spPr>
            <a:xfrm>
              <a:off x="4745840" y="6077923"/>
              <a:ext cx="4761880" cy="89870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sp>
          <p:nvSpPr>
            <p:cNvPr id="23" name="Rectangle 22">
              <a:extLst>
                <a:ext uri="{FF2B5EF4-FFF2-40B4-BE49-F238E27FC236}">
                  <a16:creationId xmlns:a16="http://schemas.microsoft.com/office/drawing/2014/main" id="{4AFA7545-1A21-1ABC-F73F-2F0014320891}"/>
                </a:ext>
              </a:extLst>
            </p:cNvPr>
            <p:cNvSpPr/>
            <p:nvPr/>
          </p:nvSpPr>
          <p:spPr>
            <a:xfrm>
              <a:off x="9507719" y="6077923"/>
              <a:ext cx="5229211" cy="89873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2" tIns="54001" rIns="108002" bIns="54001" numCol="1" spcCol="0" rtlCol="0" fromWordArt="0" anchor="ctr" anchorCtr="0" forceAA="0" compatLnSpc="1">
              <a:prstTxWarp prst="textNoShape">
                <a:avLst/>
              </a:prstTxWarp>
              <a:noAutofit/>
            </a:bodyPr>
            <a:lstStyle/>
            <a:p>
              <a:pPr algn="ctr"/>
              <a:endParaRPr lang="en-IN" sz="2531" dirty="0"/>
            </a:p>
          </p:txBody>
        </p:sp>
      </p:grpSp>
      <p:cxnSp>
        <p:nvCxnSpPr>
          <p:cNvPr id="54" name="Straight Connector 53">
            <a:extLst>
              <a:ext uri="{FF2B5EF4-FFF2-40B4-BE49-F238E27FC236}">
                <a16:creationId xmlns:a16="http://schemas.microsoft.com/office/drawing/2014/main" id="{5B26A0F3-0805-D64A-51CE-04072F7A9D88}"/>
              </a:ext>
            </a:extLst>
          </p:cNvPr>
          <p:cNvCxnSpPr/>
          <p:nvPr/>
        </p:nvCxnSpPr>
        <p:spPr>
          <a:xfrm>
            <a:off x="243840" y="929160"/>
            <a:ext cx="14036040" cy="0"/>
          </a:xfrm>
          <a:prstGeom prst="line">
            <a:avLst/>
          </a:prstGeom>
          <a:ln w="47625">
            <a:solidFill>
              <a:srgbClr val="7030A0"/>
            </a:solidFill>
            <a:prstDash val="solid"/>
          </a:ln>
        </p:spPr>
        <p:style>
          <a:lnRef idx="3">
            <a:schemeClr val="accent1"/>
          </a:lnRef>
          <a:fillRef idx="0">
            <a:schemeClr val="accent1"/>
          </a:fillRef>
          <a:effectRef idx="2">
            <a:schemeClr val="accent1"/>
          </a:effectRef>
          <a:fontRef idx="minor">
            <a:schemeClr val="tx1"/>
          </a:fontRef>
        </p:style>
      </p:cxnSp>
      <p:sp>
        <p:nvSpPr>
          <p:cNvPr id="59" name="Rectangle 58">
            <a:extLst>
              <a:ext uri="{FF2B5EF4-FFF2-40B4-BE49-F238E27FC236}">
                <a16:creationId xmlns:a16="http://schemas.microsoft.com/office/drawing/2014/main" id="{5409A5B1-94D9-595A-B000-9862B0692631}"/>
              </a:ext>
            </a:extLst>
          </p:cNvPr>
          <p:cNvSpPr/>
          <p:nvPr/>
        </p:nvSpPr>
        <p:spPr>
          <a:xfrm>
            <a:off x="243840" y="190808"/>
            <a:ext cx="4312912" cy="707886"/>
          </a:xfrm>
          <a:prstGeom prst="rect">
            <a:avLst/>
          </a:prstGeom>
        </p:spPr>
        <p:txBody>
          <a:bodyPr wrap="none">
            <a:spAutoFit/>
          </a:bodyPr>
          <a:lstStyle/>
          <a:p>
            <a:r>
              <a:rPr lang="en-IN" sz="4000" b="1" dirty="0">
                <a:solidFill>
                  <a:srgbClr val="7030A0"/>
                </a:solidFill>
                <a:latin typeface="Gill Sans MT" panose="020B0502020104020203" pitchFamily="34" charset="0"/>
                <a:ea typeface="Verdana" panose="020B0604030504040204" pitchFamily="34" charset="0"/>
                <a:cs typeface="Helvetica" panose="020B0604020202020204" pitchFamily="34" charset="0"/>
              </a:rPr>
              <a:t>3. Event Bubbling</a:t>
            </a:r>
          </a:p>
        </p:txBody>
      </p:sp>
      <p:sp>
        <p:nvSpPr>
          <p:cNvPr id="2" name="AutoShape 2" descr="Events in JavaScript">
            <a:extLst>
              <a:ext uri="{FF2B5EF4-FFF2-40B4-BE49-F238E27FC236}">
                <a16:creationId xmlns:a16="http://schemas.microsoft.com/office/drawing/2014/main" id="{DDF475F9-EF71-3E7A-9AC6-B3325B761424}"/>
              </a:ext>
            </a:extLst>
          </p:cNvPr>
          <p:cNvSpPr>
            <a:spLocks noChangeAspect="1" noChangeArrowheads="1"/>
          </p:cNvSpPr>
          <p:nvPr/>
        </p:nvSpPr>
        <p:spPr bwMode="auto">
          <a:xfrm>
            <a:off x="7207250" y="3987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Rectangle 6">
            <a:extLst>
              <a:ext uri="{FF2B5EF4-FFF2-40B4-BE49-F238E27FC236}">
                <a16:creationId xmlns:a16="http://schemas.microsoft.com/office/drawing/2014/main" id="{EC6AF13D-B26C-2DD4-DFBE-F2AB0C8A03C1}"/>
              </a:ext>
            </a:extLst>
          </p:cNvPr>
          <p:cNvSpPr/>
          <p:nvPr/>
        </p:nvSpPr>
        <p:spPr>
          <a:xfrm>
            <a:off x="393030" y="1313310"/>
            <a:ext cx="13886849" cy="3416320"/>
          </a:xfrm>
          <a:prstGeom prst="rect">
            <a:avLst/>
          </a:prstGeom>
        </p:spPr>
        <p:txBody>
          <a:bodyPr wrap="square">
            <a:spAutoFit/>
          </a:bodyPr>
          <a:lstStyle/>
          <a:p>
            <a:r>
              <a:rPr lang="en-GB" sz="2400" b="1" dirty="0">
                <a:latin typeface="Bell MT "/>
              </a:rPr>
              <a:t>Definition: </a:t>
            </a:r>
            <a:r>
              <a:rPr lang="en-GB" sz="2400" dirty="0">
                <a:latin typeface="Bell MT "/>
              </a:rPr>
              <a:t>Event bubbling is the final phase in the event flow process where the event, having been processed at the target element, propagates back up through the DOM hierarchy to the root element. </a:t>
            </a:r>
          </a:p>
          <a:p>
            <a:endParaRPr lang="en-GB" sz="2400" dirty="0">
              <a:latin typeface="Bell MT "/>
            </a:endParaRPr>
          </a:p>
          <a:p>
            <a:r>
              <a:rPr lang="en-GB" sz="2400" dirty="0">
                <a:latin typeface="Bell MT "/>
              </a:rPr>
              <a:t>Unlike event capturing, which starts from the top of the DOM tree and moves downward, event bubbling starts at the target element and moves upward. </a:t>
            </a:r>
          </a:p>
          <a:p>
            <a:endParaRPr lang="en-GB" sz="2400" dirty="0">
              <a:latin typeface="Bell MT "/>
            </a:endParaRPr>
          </a:p>
          <a:p>
            <a:r>
              <a:rPr lang="en-GB" sz="2400" dirty="0">
                <a:latin typeface="Bell MT "/>
              </a:rPr>
              <a:t>Practical implications include simplifying event handling by allowing for more concise code, enabling event delegation, and facilitating the creation of interactive components.</a:t>
            </a:r>
          </a:p>
          <a:p>
            <a:endParaRPr lang="en-GB" sz="2400" dirty="0">
              <a:latin typeface="Bell MT "/>
            </a:endParaRPr>
          </a:p>
        </p:txBody>
      </p:sp>
    </p:spTree>
    <p:extLst>
      <p:ext uri="{BB962C8B-B14F-4D97-AF65-F5344CB8AC3E}">
        <p14:creationId xmlns:p14="http://schemas.microsoft.com/office/powerpoint/2010/main" val="2057803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1157</TotalTime>
  <Words>1213</Words>
  <Application>Microsoft Office PowerPoint</Application>
  <PresentationFormat>Custom</PresentationFormat>
  <Paragraphs>124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Bell MT </vt:lpstr>
      <vt:lpstr>Calibri</vt:lpstr>
      <vt:lpstr>Calibri Light</vt:lpstr>
      <vt:lpstr>Gill Sans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sdsdsdsadsadsad</dc:title>
  <dc:creator>Windows User</dc:creator>
  <cp:lastModifiedBy>Abraham Battu</cp:lastModifiedBy>
  <cp:revision>247</cp:revision>
  <dcterms:created xsi:type="dcterms:W3CDTF">2019-03-19T10:37:50Z</dcterms:created>
  <dcterms:modified xsi:type="dcterms:W3CDTF">2024-12-30T12:39:28Z</dcterms:modified>
</cp:coreProperties>
</file>